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17"/>
  </p:notesMasterIdLst>
  <p:handoutMasterIdLst>
    <p:handoutMasterId r:id="rId18"/>
  </p:handoutMasterIdLst>
  <p:sldIdLst>
    <p:sldId id="310" r:id="rId5"/>
    <p:sldId id="320" r:id="rId6"/>
    <p:sldId id="311" r:id="rId7"/>
    <p:sldId id="316" r:id="rId8"/>
    <p:sldId id="319" r:id="rId9"/>
    <p:sldId id="321" r:id="rId10"/>
    <p:sldId id="323" r:id="rId11"/>
    <p:sldId id="324" r:id="rId12"/>
    <p:sldId id="325" r:id="rId13"/>
    <p:sldId id="326" r:id="rId14"/>
    <p:sldId id="327" r:id="rId15"/>
    <p:sldId id="32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86"/>
    <p:restoredTop sz="94658"/>
  </p:normalViewPr>
  <p:slideViewPr>
    <p:cSldViewPr snapToGrid="0">
      <p:cViewPr varScale="1">
        <p:scale>
          <a:sx n="150" d="100"/>
          <a:sy n="150" d="100"/>
        </p:scale>
        <p:origin x="666" y="132"/>
      </p:cViewPr>
      <p:guideLst/>
    </p:cSldViewPr>
  </p:slideViewPr>
  <p:notesTextViewPr>
    <p:cViewPr>
      <p:scale>
        <a:sx n="1" d="1"/>
        <a:sy n="1" d="1"/>
      </p:scale>
      <p:origin x="0" y="0"/>
    </p:cViewPr>
  </p:notesTextViewPr>
  <p:notesViewPr>
    <p:cSldViewPr snapToGrid="0">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7/22/2026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7/22/2026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a:t>
            </a:fld>
            <a:endParaRPr lang="en-US" dirty="0"/>
          </a:p>
        </p:txBody>
      </p:sp>
    </p:spTree>
    <p:extLst>
      <p:ext uri="{BB962C8B-B14F-4D97-AF65-F5344CB8AC3E}">
        <p14:creationId xmlns:p14="http://schemas.microsoft.com/office/powerpoint/2010/main" val="1383535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be an effective leader in an Agile environment, several qualities are essential. First, strong communication skills are needed because Agile depends on constant collaboration among team members and stakeholders. Second, adaptability is critical since Agile teams often respond to changing requirements and priorities. Third, Agile leadership is rooted in servant leadership, meaning the leader supports the team, removes barriers, and helps members succeed rather than simply directing them. Collaboration and empowerment are also vital because Agile teams are self-organizing and perform best when trusted. In addition, leaders need strong decision-making and problem-solving skills to address issues quickly. A commitment to continuous improvement helps the team learn from each sprint, and emotional intelligence is important for building trust and maintaining positive team dynamics.</a:t>
            </a:r>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3</a:t>
            </a:fld>
            <a:endParaRPr lang="en-US" dirty="0"/>
          </a:p>
        </p:txBody>
      </p:sp>
    </p:spTree>
    <p:extLst>
      <p:ext uri="{BB962C8B-B14F-4D97-AF65-F5344CB8AC3E}">
        <p14:creationId xmlns:p14="http://schemas.microsoft.com/office/powerpoint/2010/main" val="4062079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Agile, the leader’s role is different from traditional command-and-control management. Instead of controlling every task, the Agile leader acts as a facilitator. This means helping the team work effectively, removing blockers, and supporting team autonomy. Agile leaders also encourage transparency so issues can be identified early and addressed quickly. Accountability is another important element, as each team member must understand their role in achieving sprint goals. Finally, the Agile leader keeps the team focused on delivering customer value, which is a core principle of Agile development.</a:t>
            </a:r>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4</a:t>
            </a:fld>
            <a:endParaRPr lang="en-US" dirty="0"/>
          </a:p>
        </p:txBody>
      </p:sp>
    </p:spTree>
    <p:extLst>
      <p:ext uri="{BB962C8B-B14F-4D97-AF65-F5344CB8AC3E}">
        <p14:creationId xmlns:p14="http://schemas.microsoft.com/office/powerpoint/2010/main" val="722566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If the burndown chart shows that the sprint is unlikely to be delivered on time, I would first review sprint progress with the team to understand the root causes of the delay. These causes could include underestimated tasks, technical issues, unclear requirements, or unexpected blockers. Once the issues are identified, I would work with the team to reprioritize the remaining work so we can focus on the most important items that support the sprint goal. I would also act quickly to remove blockers and communicate clearly with stakeholders about risks and possible adjustments. The goal is not to create panic, but to maintain transparency and make informed decisions.</a:t>
            </a:r>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5</a:t>
            </a:fld>
            <a:endParaRPr lang="en-US" dirty="0"/>
          </a:p>
        </p:txBody>
      </p:sp>
    </p:spTree>
    <p:extLst>
      <p:ext uri="{BB962C8B-B14F-4D97-AF65-F5344CB8AC3E}">
        <p14:creationId xmlns:p14="http://schemas.microsoft.com/office/powerpoint/2010/main" val="1182320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leadership technique I would use is servant leadership combined with collaborative problem-solving. In this situation, I would bring the team together for a focused discussion and ask what is blocking progress. Instead of blaming individuals, I would encourage honest communication and collective ownership of the problem. I would help the team make realistic workload adjustments and determine whether some lower-priority items need to be removed from the sprint. At the same time, I would protect team morale by reinforcing that challenges are part of the Agile process and can be addressed constructively. If there are issues beyond the team’s control, I would escalate them appropriately to ensure support is provided.</a:t>
            </a:r>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6</a:t>
            </a:fld>
            <a:endParaRPr lang="en-US" dirty="0"/>
          </a:p>
        </p:txBody>
      </p:sp>
    </p:spTree>
    <p:extLst>
      <p:ext uri="{BB962C8B-B14F-4D97-AF65-F5344CB8AC3E}">
        <p14:creationId xmlns:p14="http://schemas.microsoft.com/office/powerpoint/2010/main" val="3422756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Cultivating successful teams starts with building trust and psychological safety so team members feel comfortable sharing ideas, concerns, and mistakes. Open communication is essential because it keeps everyone aligned and reduces misunderstandings. I would also make sure goals and expectations are clear so the team understands what success looks like. Recognizing each person’s strengths and contributions helps increase motivation and engagement. In addition, I would support continuous learning by encouraging feedback, retrospectives, and skill development. Finally, successful teams need space to celebrate achievements and reflect on failures so they can continue to improve together.</a:t>
            </a:r>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7</a:t>
            </a:fld>
            <a:endParaRPr lang="en-US" dirty="0"/>
          </a:p>
        </p:txBody>
      </p:sp>
    </p:spTree>
    <p:extLst>
      <p:ext uri="{BB962C8B-B14F-4D97-AF65-F5344CB8AC3E}">
        <p14:creationId xmlns:p14="http://schemas.microsoft.com/office/powerpoint/2010/main" val="1865366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02955-0BB0-B7B2-294D-EB3E3A236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96431-97DA-B953-7550-E75BA375CE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B8D56-0F41-8BDA-F0F4-E8F6B6ACF79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Successful Agile teams are built on self-organization and shared ownership. This means team members do not wait to be told what to do; instead, they collaborate and take responsibility for outcomes. Continuous feedback allows the team to improve throughout the sprint and after each iteration. Respect for diverse perspectives is also important because different experiences and viewpoints often lead to better solutions. Agile teams must remain adaptable as requirements shift, and they must stay committed to delivering value to the customer. As a leader, I would reinforce these principles consistently.</a:t>
            </a:r>
            <a:endParaRPr lang="en-US" dirty="0"/>
          </a:p>
        </p:txBody>
      </p:sp>
      <p:sp>
        <p:nvSpPr>
          <p:cNvPr id="4" name="Slide Number Placeholder 3">
            <a:extLst>
              <a:ext uri="{FF2B5EF4-FFF2-40B4-BE49-F238E27FC236}">
                <a16:creationId xmlns:a16="http://schemas.microsoft.com/office/drawing/2014/main" id="{6ED6DB7E-0DBA-F6F7-B81D-0A6841AE8E9F}"/>
              </a:ext>
            </a:extLst>
          </p:cNvPr>
          <p:cNvSpPr>
            <a:spLocks noGrp="1"/>
          </p:cNvSpPr>
          <p:nvPr>
            <p:ph type="sldNum" sz="quarter" idx="5"/>
          </p:nvPr>
        </p:nvSpPr>
        <p:spPr/>
        <p:txBody>
          <a:bodyPr/>
          <a:lstStyle/>
          <a:p>
            <a:fld id="{8D7D3E5B-4BED-B24C-9674-6B6454D04561}" type="slidenum">
              <a:rPr lang="en-US" smtClean="0"/>
              <a:t>8</a:t>
            </a:fld>
            <a:endParaRPr lang="en-US" dirty="0"/>
          </a:p>
        </p:txBody>
      </p:sp>
    </p:spTree>
    <p:extLst>
      <p:ext uri="{BB962C8B-B14F-4D97-AF65-F5344CB8AC3E}">
        <p14:creationId xmlns:p14="http://schemas.microsoft.com/office/powerpoint/2010/main" val="3386209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AC147-D511-F76D-82D3-F8FBAEB1C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11FB2-60C0-0CBE-623F-1724509C0D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563D1-8213-1196-A162-AA2FB2B7B4C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From a Christian worldview, human dignity is central to leadership because every person is created in the image of God, as stated in Genesis 1:27. This means team members should be treated with respect, fairness, and compassion. In an Agile environment, leadership should reflect humility and service, which aligns closely with servant leadership. While Agile emphasizes performance and delivery, people must always be valued above productivity metrics. As a leader, I would strive to create an environment marked by honesty, integrity, encouragement, and care for the well-being of each team member.</a:t>
            </a:r>
            <a:endParaRPr lang="en-US" dirty="0"/>
          </a:p>
        </p:txBody>
      </p:sp>
      <p:sp>
        <p:nvSpPr>
          <p:cNvPr id="4" name="Slide Number Placeholder 3">
            <a:extLst>
              <a:ext uri="{FF2B5EF4-FFF2-40B4-BE49-F238E27FC236}">
                <a16:creationId xmlns:a16="http://schemas.microsoft.com/office/drawing/2014/main" id="{E3DFC38C-2F5A-D5A6-E54B-30CF9F1D88A4}"/>
              </a:ext>
            </a:extLst>
          </p:cNvPr>
          <p:cNvSpPr>
            <a:spLocks noGrp="1"/>
          </p:cNvSpPr>
          <p:nvPr>
            <p:ph type="sldNum" sz="quarter" idx="5"/>
          </p:nvPr>
        </p:nvSpPr>
        <p:spPr/>
        <p:txBody>
          <a:bodyPr/>
          <a:lstStyle/>
          <a:p>
            <a:fld id="{8D7D3E5B-4BED-B24C-9674-6B6454D04561}" type="slidenum">
              <a:rPr lang="en-US" smtClean="0"/>
              <a:t>9</a:t>
            </a:fld>
            <a:endParaRPr lang="en-US" dirty="0"/>
          </a:p>
        </p:txBody>
      </p:sp>
    </p:spTree>
    <p:extLst>
      <p:ext uri="{BB962C8B-B14F-4D97-AF65-F5344CB8AC3E}">
        <p14:creationId xmlns:p14="http://schemas.microsoft.com/office/powerpoint/2010/main" val="1189199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711E0-2904-5121-93E4-750A61459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0CCDE-56C3-F7C7-8B0D-7CC08B4FB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2EB7C-6DD1-596A-300E-3748C8F9A0A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Human flourishing means helping people grow, contribute, and thrive. As a leader in an Agile environment, I can support this by promoting meaningful work that connects team efforts to a larger purpose. I can also support work-life balance so team members are not constantly driven toward burnout. Developing people’s talents through mentorship and learning opportunities is another way to enrich flourishing. Ethical decision-making is also important, especially when facing pressure around deadlines or delivery. By creating a culture of support and purpose, I can help the team succeed both professionally and personally.</a:t>
            </a:r>
            <a:endParaRPr lang="en-US" dirty="0"/>
          </a:p>
        </p:txBody>
      </p:sp>
      <p:sp>
        <p:nvSpPr>
          <p:cNvPr id="4" name="Slide Number Placeholder 3">
            <a:extLst>
              <a:ext uri="{FF2B5EF4-FFF2-40B4-BE49-F238E27FC236}">
                <a16:creationId xmlns:a16="http://schemas.microsoft.com/office/drawing/2014/main" id="{9F49EDAB-4E20-524C-8BBA-2C55750B7C03}"/>
              </a:ext>
            </a:extLst>
          </p:cNvPr>
          <p:cNvSpPr>
            <a:spLocks noGrp="1"/>
          </p:cNvSpPr>
          <p:nvPr>
            <p:ph type="sldNum" sz="quarter" idx="5"/>
          </p:nvPr>
        </p:nvSpPr>
        <p:spPr/>
        <p:txBody>
          <a:bodyPr/>
          <a:lstStyle/>
          <a:p>
            <a:fld id="{8D7D3E5B-4BED-B24C-9674-6B6454D04561}" type="slidenum">
              <a:rPr lang="en-US" smtClean="0"/>
              <a:t>10</a:t>
            </a:fld>
            <a:endParaRPr lang="en-US" dirty="0"/>
          </a:p>
        </p:txBody>
      </p:sp>
    </p:spTree>
    <p:extLst>
      <p:ext uri="{BB962C8B-B14F-4D97-AF65-F5344CB8AC3E}">
        <p14:creationId xmlns:p14="http://schemas.microsoft.com/office/powerpoint/2010/main" val="15083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47990-5EF1-06C1-BAEA-B60A26DBD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3C3A2-56E9-8903-A21E-CEDB23D93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6574F-80B9-9C44-9C46-31126236AA2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In conclusion, leadership in an Agile environment requires adaptability, communication, collaboration, and a servant leadership mindset. When a burndown chart indicates a sprint is at risk, servant leadership and collaborative problem-solving can help the team respond effectively without losing morale. Successful teams are cultivated through trust, clear expectations, open communication, and continuous improvement. From a Christian worldview, Agile leadership should also value human dignity and promote human flourishing by treating people with respect, supporting their growth, and leading with humility and integrity. Thank you.</a:t>
            </a:r>
            <a:endParaRPr lang="en-US" dirty="0"/>
          </a:p>
        </p:txBody>
      </p:sp>
      <p:sp>
        <p:nvSpPr>
          <p:cNvPr id="4" name="Slide Number Placeholder 3">
            <a:extLst>
              <a:ext uri="{FF2B5EF4-FFF2-40B4-BE49-F238E27FC236}">
                <a16:creationId xmlns:a16="http://schemas.microsoft.com/office/drawing/2014/main" id="{065877CE-3F6A-C189-8B73-CEDD246D2F48}"/>
              </a:ext>
            </a:extLst>
          </p:cNvPr>
          <p:cNvSpPr>
            <a:spLocks noGrp="1"/>
          </p:cNvSpPr>
          <p:nvPr>
            <p:ph type="sldNum" sz="quarter" idx="5"/>
          </p:nvPr>
        </p:nvSpPr>
        <p:spPr/>
        <p:txBody>
          <a:bodyPr/>
          <a:lstStyle/>
          <a:p>
            <a:fld id="{8D7D3E5B-4BED-B24C-9674-6B6454D04561}" type="slidenum">
              <a:rPr lang="en-US" smtClean="0"/>
              <a:t>11</a:t>
            </a:fld>
            <a:endParaRPr lang="en-US" dirty="0"/>
          </a:p>
        </p:txBody>
      </p:sp>
    </p:spTree>
    <p:extLst>
      <p:ext uri="{BB962C8B-B14F-4D97-AF65-F5344CB8AC3E}">
        <p14:creationId xmlns:p14="http://schemas.microsoft.com/office/powerpoint/2010/main" val="324845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40080" y="4671229"/>
            <a:ext cx="6655522" cy="1545336"/>
          </a:xfrm>
        </p:spPr>
        <p:txBody>
          <a:bodyPr anchor="b">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40080" y="640080"/>
            <a:ext cx="7478991" cy="3635797"/>
          </a:xfrm>
        </p:spPr>
        <p:txBody>
          <a:bodyPr anchor="t">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36586169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0440" y="4842220"/>
            <a:ext cx="7375466" cy="1014984"/>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0440" y="854239"/>
            <a:ext cx="7876287" cy="3592629"/>
          </a:xfrm>
        </p:spPr>
        <p:txBody>
          <a:bodyPr anchor="b">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23585965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4334808"/>
            <a:ext cx="8229599" cy="1414091"/>
          </a:xfrm>
        </p:spPr>
        <p:txBody>
          <a:bodyPr>
            <a:normAutofit/>
          </a:bodyPr>
          <a:lstStyle>
            <a:lvl1pPr marL="0" indent="0" algn="ctr">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4400"/>
            </a:lvl1pPr>
          </a:lstStyle>
          <a:p>
            <a:r>
              <a:rPr lang="en-US"/>
              <a:t>Click to edit Master title style</a:t>
            </a:r>
            <a:endParaRPr lang="en-US" dirty="0"/>
          </a:p>
        </p:txBody>
      </p:sp>
    </p:spTree>
    <p:extLst>
      <p:ext uri="{BB962C8B-B14F-4D97-AF65-F5344CB8AC3E}">
        <p14:creationId xmlns:p14="http://schemas.microsoft.com/office/powerpoint/2010/main" val="14786349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 y="1"/>
            <a:ext cx="11807950" cy="4769446"/>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7/22/2026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7" y="6023021"/>
            <a:ext cx="10690154" cy="480373"/>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7" y="4944365"/>
            <a:ext cx="10690154" cy="914482"/>
          </a:xfrm>
        </p:spPr>
        <p:txBody>
          <a:bodyPr anchor="b">
            <a:normAutofit/>
          </a:bodyPr>
          <a:lstStyle>
            <a:lvl1pPr algn="l">
              <a:defRPr sz="3200"/>
            </a:lvl1pPr>
          </a:lstStyle>
          <a:p>
            <a:r>
              <a:rPr lang="en-US"/>
              <a:t>Click to edit Master title style</a:t>
            </a:r>
            <a:endParaRPr lang="en-US" dirty="0"/>
          </a:p>
        </p:txBody>
      </p:sp>
    </p:spTree>
    <p:extLst>
      <p:ext uri="{BB962C8B-B14F-4D97-AF65-F5344CB8AC3E}">
        <p14:creationId xmlns:p14="http://schemas.microsoft.com/office/powerpoint/2010/main" val="30177760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11582532" y="244342"/>
            <a:ext cx="853812" cy="365125"/>
          </a:xfrm>
        </p:spPr>
        <p:txBody>
          <a:bodyPr/>
          <a:lstStyle>
            <a:lvl1pPr>
              <a:defRPr>
                <a:solidFill>
                  <a:schemeClr val="tx1"/>
                </a:solidFill>
                <a:effectLst/>
              </a:defRPr>
            </a:lvl1pPr>
          </a:lstStyle>
          <a:p>
            <a:fld id="{886426EA-0386-4881-8D6D-3F08C95C4A7F}" type="datetime1">
              <a:rPr lang="en-US" smtClean="0"/>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4731335"/>
            <a:ext cx="4055107" cy="1184585"/>
          </a:xfrm>
        </p:spPr>
        <p:txBody>
          <a:bodyPr anchor="t">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055108" cy="3475236"/>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183138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188802" y="0"/>
            <a:ext cx="6619138"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12" name="Date Placeholder 6">
            <a:extLst>
              <a:ext uri="{FF2B5EF4-FFF2-40B4-BE49-F238E27FC236}">
                <a16:creationId xmlns:a16="http://schemas.microsoft.com/office/drawing/2014/main" id="{1E3A5278-B5E1-FBBE-AF4B-151288A16699}"/>
              </a:ext>
            </a:extLst>
          </p:cNvPr>
          <p:cNvSpPr>
            <a:spLocks noGrp="1"/>
          </p:cNvSpPr>
          <p:nvPr>
            <p:ph type="dt" sz="half" idx="14"/>
          </p:nvPr>
        </p:nvSpPr>
        <p:spPr>
          <a:xfrm rot="16200000">
            <a:off x="11579347" y="228600"/>
            <a:ext cx="841248" cy="384048"/>
          </a:xfrm>
        </p:spPr>
        <p:txBody>
          <a:bodyPr/>
          <a:lstStyle/>
          <a:p>
            <a:fld id="{1FE1A989-42EF-40B2-87AB-6941C231CD4A}" type="datetime1">
              <a:rPr lang="en-US" smtClean="0"/>
              <a:t>7/22/2026</a:t>
            </a:fld>
            <a:endParaRPr lang="en-US" dirty="0"/>
          </a:p>
        </p:txBody>
      </p:sp>
      <p:sp>
        <p:nvSpPr>
          <p:cNvPr id="13" name="Footer Placeholder 7">
            <a:extLst>
              <a:ext uri="{FF2B5EF4-FFF2-40B4-BE49-F238E27FC236}">
                <a16:creationId xmlns:a16="http://schemas.microsoft.com/office/drawing/2014/main" id="{78D40854-7295-C18A-ECA9-35F0B7731B26}"/>
              </a:ext>
            </a:extLst>
          </p:cNvPr>
          <p:cNvSpPr>
            <a:spLocks noGrp="1"/>
          </p:cNvSpPr>
          <p:nvPr>
            <p:ph type="ftr" sz="quarter" idx="15"/>
          </p:nvPr>
        </p:nvSpPr>
        <p:spPr>
          <a:xfrm rot="16200000">
            <a:off x="9332362" y="3316833"/>
            <a:ext cx="5335225" cy="384055"/>
          </a:xfrm>
        </p:spPr>
        <p:txBody>
          <a:bodyPr/>
          <a:lstStyle/>
          <a:p>
            <a:r>
              <a:rPr lang="en-US"/>
              <a:t>Sample Footer Text</a:t>
            </a:r>
            <a:endParaRPr lang="en-US" dirty="0"/>
          </a:p>
        </p:txBody>
      </p:sp>
      <p:sp>
        <p:nvSpPr>
          <p:cNvPr id="14" name="Slide Number Placeholder 8">
            <a:extLst>
              <a:ext uri="{FF2B5EF4-FFF2-40B4-BE49-F238E27FC236}">
                <a16:creationId xmlns:a16="http://schemas.microsoft.com/office/drawing/2014/main" id="{EA127F09-58C9-5029-F86D-539EE848D4E6}"/>
              </a:ext>
            </a:extLst>
          </p:cNvPr>
          <p:cNvSpPr>
            <a:spLocks noGrp="1"/>
          </p:cNvSpPr>
          <p:nvPr>
            <p:ph type="sldNum" sz="quarter" idx="16"/>
          </p:nvPr>
        </p:nvSpPr>
        <p:spPr>
          <a:xfrm rot="16200000">
            <a:off x="11659214" y="6325209"/>
            <a:ext cx="681526" cy="384055"/>
          </a:xfrm>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8" y="4795730"/>
            <a:ext cx="4056192" cy="1380744"/>
          </a:xfrm>
        </p:spPr>
        <p:txBody>
          <a:bodyPr anchor="b">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8" y="640079"/>
            <a:ext cx="4056192" cy="3737921"/>
          </a:xfrm>
        </p:spPr>
        <p:txBody>
          <a:bodyPr anchor="t">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21719151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hoto 4">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A26D96A-42E4-8591-AB40-44F5803CFF68}"/>
              </a:ext>
            </a:extLst>
          </p:cNvPr>
          <p:cNvSpPr>
            <a:spLocks noGrp="1"/>
          </p:cNvSpPr>
          <p:nvPr>
            <p:ph type="pic" idx="10"/>
          </p:nvPr>
        </p:nvSpPr>
        <p:spPr>
          <a:xfrm>
            <a:off x="6096000" y="0"/>
            <a:ext cx="609600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548648" y="5557298"/>
            <a:ext cx="5091864" cy="883258"/>
          </a:xfrm>
        </p:spPr>
        <p:txBody>
          <a:bodyPr lIns="91440" tIns="91440" rIns="0" bIns="0" anchor="t">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548648" y="417444"/>
            <a:ext cx="5091864" cy="4890965"/>
          </a:xfrm>
        </p:spPr>
        <p:txBody>
          <a:bodyPr lIns="91440" tIns="91440" rIns="0" bIns="0" anchor="b">
            <a:noAutofit/>
          </a:bodyPr>
          <a:lstStyle>
            <a:lvl1pPr algn="l">
              <a:defRPr sz="3600" cap="all" baseline="0"/>
            </a:lvl1pPr>
          </a:lstStyle>
          <a:p>
            <a:r>
              <a:rPr lang="en-US" dirty="0"/>
              <a:t>CLICK TO EDIT MASTER TITLE STYLE</a:t>
            </a:r>
          </a:p>
        </p:txBody>
      </p:sp>
    </p:spTree>
    <p:extLst>
      <p:ext uri="{BB962C8B-B14F-4D97-AF65-F5344CB8AC3E}">
        <p14:creationId xmlns:p14="http://schemas.microsoft.com/office/powerpoint/2010/main" val="3502373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bg1">
            <a:alpha val="99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7DE541-D546-A518-2627-DF4D33C643AA}"/>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EE2A7A0-B9EE-41A8-8016-28E5803F20B2}" type="datetime1">
              <a:rPr lang="en-US" smtClean="0"/>
              <a:pPr/>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40080" y="640077"/>
            <a:ext cx="7763256" cy="594637"/>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40080" y="1630067"/>
            <a:ext cx="7772400" cy="4572000"/>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40968359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7/22/2026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0080" y="2662000"/>
            <a:ext cx="8467558" cy="3554565"/>
          </a:xfrm>
        </p:spPr>
        <p:txBody>
          <a:bodyPr>
            <a:normAutofit/>
          </a:bodyPr>
          <a:lstStyle>
            <a:lvl1pPr>
              <a:lnSpc>
                <a:spcPct val="100000"/>
              </a:lnSpc>
              <a:defRPr sz="2400"/>
            </a:lvl1pPr>
            <a:lvl2pPr>
              <a:lnSpc>
                <a:spcPct val="100000"/>
              </a:lnSpc>
              <a:defRPr sz="2000"/>
            </a:lvl2pPr>
            <a:lvl3pPr>
              <a:lnSpc>
                <a:spcPct val="100000"/>
              </a:lnSpc>
              <a:defRPr sz="1800"/>
            </a:lvl3pPr>
            <a:lvl4pPr>
              <a:lnSpc>
                <a:spcPct val="100000"/>
              </a:lnSpc>
              <a:defRPr sz="16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40080" y="664108"/>
            <a:ext cx="8467558" cy="1554480"/>
          </a:xfrm>
        </p:spPr>
        <p:txBody>
          <a:bodyPr anchor="b">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899420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82880" y="940312"/>
            <a:ext cx="11442188" cy="567696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315874"/>
            <a:ext cx="11442188" cy="528186"/>
          </a:xfrm>
        </p:spPr>
        <p:txBody>
          <a:bodyPr anchor="ctr">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81318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82880" y="367091"/>
            <a:ext cx="11422799" cy="612381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1492135"/>
            <a:ext cx="10515600" cy="1325880"/>
          </a:xfrm>
        </p:spPr>
        <p:txBody>
          <a:bodyPr anchor="ct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980223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76" y="2220977"/>
            <a:ext cx="10688608"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640080"/>
            <a:ext cx="10690155" cy="1185545"/>
          </a:xfrm>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967807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3992" y="2386584"/>
            <a:ext cx="4804811" cy="24597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914400" indent="0">
              <a:lnSpc>
                <a:spcPct val="10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2385975"/>
            <a:ext cx="4804812" cy="2454796"/>
          </a:xfrm>
        </p:spPr>
        <p:txBody>
          <a:bodyPr>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968027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65099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Content Placeholder 7">
            <a:extLst>
              <a:ext uri="{FF2B5EF4-FFF2-40B4-BE49-F238E27FC236}">
                <a16:creationId xmlns:a16="http://schemas.microsoft.com/office/drawing/2014/main" id="{DD74ED7B-D05F-9923-6EB3-4AA483A680F4}"/>
              </a:ext>
            </a:extLst>
          </p:cNvPr>
          <p:cNvSpPr>
            <a:spLocks noGrp="1"/>
          </p:cNvSpPr>
          <p:nvPr>
            <p:ph sz="quarter" idx="13"/>
          </p:nvPr>
        </p:nvSpPr>
        <p:spPr>
          <a:xfrm>
            <a:off x="5414320" y="1538288"/>
            <a:ext cx="5824481" cy="475234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1537853"/>
            <a:ext cx="4317026" cy="4752779"/>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877302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38655" y="640080"/>
            <a:ext cx="5779644" cy="55764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69151" y="640080"/>
            <a:ext cx="4296522" cy="5576485"/>
          </a:xfrm>
        </p:spPr>
        <p:txBody>
          <a:bodyPr>
            <a:normAutofit/>
          </a:bodyPr>
          <a:lstStyle>
            <a:lvl1pPr>
              <a:defRPr sz="3600"/>
            </a:lvl1pPr>
          </a:lstStyle>
          <a:p>
            <a:r>
              <a:rPr lang="en-US"/>
              <a:t>Click to edit Master title style</a:t>
            </a:r>
            <a:endParaRPr lang="en-US" dirty="0"/>
          </a:p>
        </p:txBody>
      </p:sp>
    </p:spTree>
    <p:extLst>
      <p:ext uri="{BB962C8B-B14F-4D97-AF65-F5344CB8AC3E}">
        <p14:creationId xmlns:p14="http://schemas.microsoft.com/office/powerpoint/2010/main" val="1030924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35995" y="640080"/>
            <a:ext cx="6802805" cy="55764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640080"/>
            <a:ext cx="3338701" cy="5576486"/>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255074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11577950" y="230002"/>
            <a:ext cx="844059" cy="384049"/>
          </a:xfrm>
        </p:spPr>
        <p:txBody>
          <a:bodyPr/>
          <a:lstStyle/>
          <a:p>
            <a:fld id="{8FACD271-2BB0-4C13-9E3A-50B90F57CA5B}" type="datetime1">
              <a:rPr lang="en-US" smtClean="0"/>
              <a:t>7/22/2026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2532" y="2220977"/>
            <a:ext cx="5896267"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2532" y="640080"/>
            <a:ext cx="5896266" cy="1185544"/>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9138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40728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7/22/2026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9313727" y="3338289"/>
            <a:ext cx="5372504" cy="384048"/>
          </a:xfrm>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rot="16200000">
            <a:off x="11679261" y="6345259"/>
            <a:ext cx="641434" cy="384046"/>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7" y="2220977"/>
            <a:ext cx="6282871"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521" y="640080"/>
            <a:ext cx="6282871" cy="1185544"/>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34747407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379614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11577948" y="230003"/>
            <a:ext cx="844058" cy="384051"/>
          </a:xfrm>
        </p:spPr>
        <p:txBody>
          <a:bodyPr/>
          <a:lstStyle/>
          <a:p>
            <a:fld id="{1A5F77D0-C28E-4573-88F0-0A30FF98888E}" type="datetime1">
              <a:rPr lang="en-US" smtClean="0"/>
              <a:t>7/22/2026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344788" y="2220977"/>
            <a:ext cx="6894013" cy="399558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44788" y="640080"/>
            <a:ext cx="6894013" cy="118554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2824441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707688" y="0"/>
            <a:ext cx="4100261"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7/22/2026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9313724" y="3338288"/>
            <a:ext cx="5372504" cy="384048"/>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rot="16200000">
            <a:off x="11679263" y="6345259"/>
            <a:ext cx="641434" cy="38404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7" y="2220977"/>
            <a:ext cx="6569391" cy="3995588"/>
          </a:xfrm>
        </p:spPr>
        <p:txBody>
          <a:bodyPr/>
          <a:lstStyle>
            <a:lvl1pPr>
              <a:lnSpc>
                <a:spcPct val="100000"/>
              </a:lnSpc>
              <a:defRPr sz="18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80"/>
            <a:ext cx="6569391" cy="1185544"/>
          </a:xfrm>
        </p:spPr>
        <p:txBody>
          <a:bodyPr anchor="b"/>
          <a:lstStyle/>
          <a:p>
            <a:r>
              <a:rPr lang="en-US"/>
              <a:t>Click to edit Master title style</a:t>
            </a:r>
          </a:p>
        </p:txBody>
      </p:sp>
    </p:spTree>
    <p:extLst>
      <p:ext uri="{BB962C8B-B14F-4D97-AF65-F5344CB8AC3E}">
        <p14:creationId xmlns:p14="http://schemas.microsoft.com/office/powerpoint/2010/main" val="40117496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7947" y="230005"/>
            <a:ext cx="844059" cy="384049"/>
          </a:xfrm>
        </p:spPr>
        <p:txBody>
          <a:bodyPr/>
          <a:lstStyle>
            <a:lvl1pPr>
              <a:defRPr>
                <a:solidFill>
                  <a:schemeClr val="tx1"/>
                </a:solidFill>
                <a:effectLst/>
              </a:defRPr>
            </a:lvl1pPr>
          </a:lstStyle>
          <a:p>
            <a:fld id="{EE468DAA-49F6-4492-82E6-75555EB31418}"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80661" y="2506738"/>
            <a:ext cx="4058141" cy="370847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0661" y="640080"/>
            <a:ext cx="4058142" cy="1469952"/>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8536604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342313" y="0"/>
            <a:ext cx="6445856"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69792" y="219040"/>
            <a:ext cx="841248" cy="403167"/>
          </a:xfrm>
        </p:spPr>
        <p:txBody>
          <a:bodyPr/>
          <a:lstStyle/>
          <a:p>
            <a:fld id="{41D22668-A3AE-429F-A351-A1583BA90793}"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02759" y="3327321"/>
            <a:ext cx="5375314" cy="403168"/>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69700" y="6335696"/>
            <a:ext cx="641433" cy="403167"/>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8" y="2506737"/>
            <a:ext cx="4243632" cy="370982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507" y="640079"/>
            <a:ext cx="4244436" cy="1470381"/>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9137735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7947" y="230005"/>
            <a:ext cx="844060" cy="384048"/>
          </a:xfrm>
        </p:spPr>
        <p:txBody>
          <a:bodyPr/>
          <a:lstStyle>
            <a:lvl1pPr>
              <a:defRPr>
                <a:solidFill>
                  <a:schemeClr val="tx1"/>
                </a:solidFill>
                <a:effectLst/>
              </a:defRPr>
            </a:lvl1pPr>
          </a:lstStyle>
          <a:p>
            <a:fld id="{CB3A2E2B-8F4D-437C-9F55-5E913AFC716A}"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40888" y="1745672"/>
            <a:ext cx="4218419" cy="447089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40889" y="640080"/>
            <a:ext cx="4217598" cy="932688"/>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3116772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24251" y="0"/>
            <a:ext cx="627428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4644" y="223888"/>
            <a:ext cx="841248" cy="393471"/>
          </a:xfrm>
        </p:spPr>
        <p:txBody>
          <a:bodyPr/>
          <a:lstStyle/>
          <a:p>
            <a:fld id="{46C70014-48FC-4647-9615-BBD39F98887D}"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07611" y="3332170"/>
            <a:ext cx="5375316" cy="393471"/>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75228" y="6339869"/>
            <a:ext cx="640080" cy="393471"/>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7" y="1602889"/>
            <a:ext cx="4426953" cy="46136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320040"/>
            <a:ext cx="4426953" cy="1153758"/>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6923882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11579353" y="228599"/>
            <a:ext cx="841248" cy="384051"/>
          </a:xfrm>
        </p:spPr>
        <p:txBody>
          <a:bodyPr/>
          <a:lstStyle/>
          <a:p>
            <a:fld id="{C089F4EF-3CDF-46D7-ADF4-3A52C84FD8BE}" type="datetime1">
              <a:rPr lang="en-US" smtClean="0"/>
              <a:t>7/22/2026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9312317" y="3336881"/>
            <a:ext cx="5375316" cy="384051"/>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32918" y="2285999"/>
            <a:ext cx="3126383" cy="393056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2791" y="640079"/>
            <a:ext cx="3126511" cy="1470381"/>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4211003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382601" y="0"/>
            <a:ext cx="7430217"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81787" y="227618"/>
            <a:ext cx="841248" cy="379182"/>
          </a:xfrm>
        </p:spPr>
        <p:txBody>
          <a:bodyPr/>
          <a:lstStyle/>
          <a:p>
            <a:fld id="{E635C43F-DBB1-4D83-B442-E1529AA900C2}"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32304" y="3318349"/>
            <a:ext cx="5340213" cy="379182"/>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62434" y="6328433"/>
            <a:ext cx="679953" cy="379181"/>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8" y="2346897"/>
            <a:ext cx="3285306" cy="383115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9"/>
            <a:ext cx="3285306" cy="1470381"/>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923892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88816" y="228597"/>
            <a:ext cx="841248" cy="384052"/>
          </a:xfrm>
        </p:spPr>
        <p:txBody>
          <a:bodyPr/>
          <a:lstStyle>
            <a:lvl1pPr>
              <a:defRPr>
                <a:solidFill>
                  <a:schemeClr val="tx1"/>
                </a:solidFill>
                <a:effectLst/>
              </a:defRPr>
            </a:lvl1pPr>
          </a:lstStyle>
          <a:p>
            <a:fld id="{2D13F81E-C5BD-4314-B9B9-AAE2702F29D2}"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18449" y="3340209"/>
            <a:ext cx="5372517" cy="374587"/>
          </a:xfrm>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2894707" cy="2953512"/>
          </a:xfrm>
        </p:spPr>
        <p:txBody>
          <a:bodyPr>
            <a:normAutofit/>
          </a:bodyPr>
          <a:lstStyle>
            <a:lvl1pPr marL="0" indent="0">
              <a:lnSpc>
                <a:spcPct val="100000"/>
              </a:lnSpc>
              <a:buNone/>
              <a:defRPr sz="2400"/>
            </a:lvl1pPr>
            <a:lvl2pPr marL="228600" indent="0">
              <a:lnSpc>
                <a:spcPct val="100000"/>
              </a:lnSpc>
              <a:buNone/>
              <a:defRPr sz="2000"/>
            </a:lvl2pPr>
            <a:lvl3pPr marL="457200" indent="0">
              <a:lnSpc>
                <a:spcPct val="100000"/>
              </a:lnSpc>
              <a:buNone/>
              <a:defRPr sz="1800"/>
            </a:lvl3pPr>
            <a:lvl4pPr marL="685800" indent="0">
              <a:lnSpc>
                <a:spcPct val="100000"/>
              </a:lnSpc>
              <a:buNone/>
              <a:defRPr sz="1600"/>
            </a:lvl4pPr>
            <a:lvl5pPr marL="914400" indent="0">
              <a:lnSpc>
                <a:spcPct val="100000"/>
              </a:lnSpc>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2894707" cy="1942773"/>
          </a:xfrm>
        </p:spPr>
        <p:txBody>
          <a:bodyPr anchor="b"/>
          <a:lstStyle/>
          <a:p>
            <a:r>
              <a:rPr lang="en-US" dirty="0"/>
              <a:t>Click to edit Master title style</a:t>
            </a:r>
          </a:p>
        </p:txBody>
      </p:sp>
    </p:spTree>
    <p:extLst>
      <p:ext uri="{BB962C8B-B14F-4D97-AF65-F5344CB8AC3E}">
        <p14:creationId xmlns:p14="http://schemas.microsoft.com/office/powerpoint/2010/main" val="31722170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1807952" cy="463513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414320" y="5070445"/>
            <a:ext cx="5803979" cy="1332152"/>
          </a:xfrm>
        </p:spPr>
        <p:txBody>
          <a:bodyPr>
            <a:noAutofit/>
          </a:bodyPr>
          <a:lstStyle>
            <a:lvl1pPr marL="0" indent="0">
              <a:lnSpc>
                <a:spcPct val="100000"/>
              </a:lnSpc>
              <a:buFont typeface="Arial" panose="020B0604020202020204" pitchFamily="34" charset="0"/>
              <a:buNone/>
              <a:defRPr sz="1600"/>
            </a:lvl1pPr>
            <a:lvl2pPr marL="228600" indent="0">
              <a:lnSpc>
                <a:spcPct val="100000"/>
              </a:lnSpc>
              <a:buFont typeface="Arial" panose="020B0604020202020204" pitchFamily="34" charset="0"/>
              <a:buNone/>
              <a:defRPr sz="1400"/>
            </a:lvl2pPr>
            <a:lvl3pPr marL="457200" indent="0">
              <a:lnSpc>
                <a:spcPct val="100000"/>
              </a:lnSpc>
              <a:buFont typeface="Arial" panose="020B0604020202020204" pitchFamily="34" charset="0"/>
              <a:buNone/>
              <a:defRPr sz="1200"/>
            </a:lvl3pPr>
            <a:lvl4pPr marL="685800" indent="0">
              <a:lnSpc>
                <a:spcPct val="100000"/>
              </a:lnSpc>
              <a:buFont typeface="Arial" panose="020B0604020202020204" pitchFamily="34" charset="0"/>
              <a:buNone/>
              <a:defRPr sz="1100"/>
            </a:lvl4pPr>
            <a:lvl5pPr marL="914400" indent="0">
              <a:lnSpc>
                <a:spcPct val="100000"/>
              </a:lnSpc>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5070446"/>
            <a:ext cx="4317026" cy="1332152"/>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4996610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1807952" cy="377827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21144" y="4197652"/>
            <a:ext cx="7317660" cy="2204945"/>
          </a:xfrm>
        </p:spPr>
        <p:txBody>
          <a:bodyPr>
            <a:noAutofit/>
          </a:bodyPr>
          <a:lstStyle>
            <a:lvl1pPr marL="285750" indent="-285750">
              <a:lnSpc>
                <a:spcPct val="100000"/>
              </a:lnSpc>
              <a:buFont typeface="Arial" panose="020B0604020202020204" pitchFamily="34" charset="0"/>
              <a:buChar char="•"/>
              <a:defRPr sz="1800"/>
            </a:lvl1pPr>
            <a:lvl2pPr marL="514350" indent="-285750">
              <a:lnSpc>
                <a:spcPct val="100000"/>
              </a:lnSpc>
              <a:buFont typeface="Arial" panose="020B0604020202020204" pitchFamily="34" charset="0"/>
              <a:buChar char="•"/>
              <a:defRPr sz="1600"/>
            </a:lvl2pPr>
            <a:lvl3pPr marL="742950" indent="-285750">
              <a:lnSpc>
                <a:spcPct val="100000"/>
              </a:lnSpc>
              <a:buFont typeface="Arial" panose="020B0604020202020204" pitchFamily="34" charset="0"/>
              <a:buChar char="•"/>
              <a:defRPr sz="1400"/>
            </a:lvl3pPr>
            <a:lvl4pPr marL="857250" indent="-171450">
              <a:lnSpc>
                <a:spcPct val="100000"/>
              </a:lnSpc>
              <a:buFont typeface="Arial" panose="020B0604020202020204" pitchFamily="34" charset="0"/>
              <a:buChar char="•"/>
              <a:defRPr sz="1200"/>
            </a:lvl4pPr>
            <a:lvl5pPr marL="1085850" indent="-171450">
              <a:lnSpc>
                <a:spcPct val="100000"/>
              </a:lnSpc>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4194674"/>
            <a:ext cx="2823849" cy="2204944"/>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434622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3079730"/>
            <a:ext cx="11807947" cy="377827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56490" y="251460"/>
            <a:ext cx="886968" cy="384048"/>
          </a:xfrm>
        </p:spPr>
        <p:txBody>
          <a:bodyPr/>
          <a:lstStyle/>
          <a:p>
            <a:fld id="{9128053F-E531-4885-B604-CF1A6DEEE405}"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32422" y="3362497"/>
            <a:ext cx="5335109" cy="384049"/>
          </a:xfrm>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79934" y="6350094"/>
            <a:ext cx="640080" cy="384048"/>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39328" y="640077"/>
            <a:ext cx="7099472" cy="2016112"/>
          </a:xfrm>
        </p:spPr>
        <p:txBody>
          <a:bodyPr>
            <a:noAutofit/>
          </a:bodyPr>
          <a:lstStyle>
            <a:lvl1pPr marL="285750" indent="-285750">
              <a:lnSpc>
                <a:spcPct val="100000"/>
              </a:lnSpc>
              <a:buFont typeface="Arial" panose="020B0604020202020204" pitchFamily="34" charset="0"/>
              <a:buChar char="•"/>
              <a:defRPr sz="1800"/>
            </a:lvl1pPr>
            <a:lvl2pPr marL="514350" indent="-285750">
              <a:lnSpc>
                <a:spcPct val="100000"/>
              </a:lnSpc>
              <a:buFont typeface="Arial" panose="020B0604020202020204" pitchFamily="34" charset="0"/>
              <a:buChar char="•"/>
              <a:defRPr sz="1600"/>
            </a:lvl2pPr>
            <a:lvl3pPr marL="742950" indent="-285750">
              <a:lnSpc>
                <a:spcPct val="100000"/>
              </a:lnSpc>
              <a:buFont typeface="Arial" panose="020B0604020202020204" pitchFamily="34" charset="0"/>
              <a:buChar char="•"/>
              <a:defRPr sz="1400"/>
            </a:lvl3pPr>
            <a:lvl4pPr marL="857250" indent="-171450">
              <a:lnSpc>
                <a:spcPct val="100000"/>
              </a:lnSpc>
              <a:buFont typeface="Arial" panose="020B0604020202020204" pitchFamily="34" charset="0"/>
              <a:buChar char="•"/>
              <a:defRPr sz="1200"/>
            </a:lvl4pPr>
            <a:lvl5pPr marL="1085850" indent="-171450">
              <a:lnSpc>
                <a:spcPct val="100000"/>
              </a:lnSpc>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6" y="640077"/>
            <a:ext cx="3021529" cy="2011953"/>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5777561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9152" y="1993348"/>
            <a:ext cx="5442604" cy="4220413"/>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580910" y="1993349"/>
            <a:ext cx="4657891" cy="4220413"/>
          </a:xfrm>
        </p:spPr>
        <p:txBody>
          <a:bodyPr/>
          <a:lstStyle>
            <a:lvl1pPr>
              <a:lnSpc>
                <a:spcPct val="100000"/>
              </a:lnSpc>
              <a:defRPr sz="18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8"/>
            <a:ext cx="10690154" cy="93388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3820285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48647" y="2662000"/>
            <a:ext cx="4907263" cy="355176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04554" y="640077"/>
            <a:ext cx="5234247" cy="55736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77"/>
            <a:ext cx="4907265" cy="1602540"/>
          </a:xfrm>
        </p:spPr>
        <p:txBody>
          <a:bodyPr>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6140625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48647" y="2662000"/>
            <a:ext cx="3871623" cy="355176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8917" y="640077"/>
            <a:ext cx="6249382" cy="55736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77"/>
            <a:ext cx="3871623" cy="1602540"/>
          </a:xfrm>
        </p:spPr>
        <p:txBody>
          <a:bodyPr lIns="91440" tIns="91440"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4781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7" y="5299364"/>
            <a:ext cx="10746884" cy="914398"/>
          </a:xfrm>
        </p:spPr>
        <p:txBody>
          <a:bodyPr anchor="t">
            <a:normAutofit/>
          </a:bodyPr>
          <a:lstStyle>
            <a:lvl1pPr marL="0" indent="0" algn="l">
              <a:lnSpc>
                <a:spcPct val="100000"/>
              </a:lnSpc>
              <a:buNone/>
              <a:defRPr sz="22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8" y="640078"/>
            <a:ext cx="10746881" cy="4261106"/>
          </a:xfrm>
        </p:spPr>
        <p:txBody>
          <a:bodyPr anchor="b">
            <a:normAutofit/>
          </a:bodyPr>
          <a:lstStyle>
            <a:lvl1pPr algn="l">
              <a:defRPr sz="20000">
                <a:solidFill>
                  <a:schemeClr val="tx1"/>
                </a:solidFill>
              </a:defRPr>
            </a:lvl1pPr>
          </a:lstStyle>
          <a:p>
            <a:r>
              <a:rPr lang="en-US" dirty="0"/>
              <a:t>##%</a:t>
            </a:r>
          </a:p>
        </p:txBody>
      </p:sp>
    </p:spTree>
    <p:extLst>
      <p:ext uri="{BB962C8B-B14F-4D97-AF65-F5344CB8AC3E}">
        <p14:creationId xmlns:p14="http://schemas.microsoft.com/office/powerpoint/2010/main" val="21893946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87636"/>
            <a:ext cx="7525512" cy="122612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8" y="640078"/>
            <a:ext cx="10690156" cy="4169666"/>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33920166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3">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EAFE8D-E6F6-F95B-AE55-3E20B32F4478}"/>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483EFCC7-B7E8-4ABE-BBCB-C75FD27800CD}" type="datetime1">
              <a:rPr lang="en-US" smtClean="0"/>
              <a:pPr/>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87636"/>
            <a:ext cx="7525512" cy="122612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7" y="640078"/>
            <a:ext cx="10690156" cy="4169666"/>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42401474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140A1F3-DA5D-4F2E-B759-748FF8D0ACA9}" type="datetime1">
              <a:rPr lang="en-US" smtClean="0"/>
              <a:t>7/22/2026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640078"/>
            <a:ext cx="8238746" cy="5573684"/>
          </a:xfrm>
        </p:spPr>
        <p:txBody>
          <a:bodyPr anchor="ctr">
            <a:noAutofit/>
          </a:bodyPr>
          <a:lstStyle>
            <a:lvl1pPr marL="0" indent="0">
              <a:lnSpc>
                <a:spcPct val="100000"/>
              </a:lnSpc>
              <a:buNone/>
              <a:defRPr sz="4000" b="1"/>
            </a:lvl1pPr>
            <a:lvl2pPr marL="228600" indent="0">
              <a:lnSpc>
                <a:spcPct val="100000"/>
              </a:lnSpc>
              <a:buNone/>
              <a:defRPr sz="4000" b="1"/>
            </a:lvl2pPr>
            <a:lvl3pPr marL="457200" indent="0">
              <a:lnSpc>
                <a:spcPct val="100000"/>
              </a:lnSpc>
              <a:buNone/>
              <a:defRPr sz="4000" b="1"/>
            </a:lvl3pPr>
            <a:lvl4pPr marL="685800" indent="0">
              <a:lnSpc>
                <a:spcPct val="100000"/>
              </a:lnSpc>
              <a:buNone/>
              <a:defRPr sz="40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888197"/>
            <a:ext cx="10652760" cy="779015"/>
          </a:xfrm>
        </p:spPr>
        <p:txBody>
          <a:bodyPr/>
          <a:lstStyle/>
          <a:p>
            <a:r>
              <a:rPr lang="en-US"/>
              <a:t>Click to edit Master title style</a:t>
            </a:r>
          </a:p>
        </p:txBody>
      </p:sp>
    </p:spTree>
    <p:extLst>
      <p:ext uri="{BB962C8B-B14F-4D97-AF65-F5344CB8AC3E}">
        <p14:creationId xmlns:p14="http://schemas.microsoft.com/office/powerpoint/2010/main" val="30499288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01B1322-4C31-4D1F-88B1-5F79F56892AE}" type="datetime1">
              <a:rPr lang="en-US" smtClean="0"/>
              <a:t>7/22/2026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841525"/>
            <a:ext cx="8238746" cy="591075"/>
          </a:xfrm>
        </p:spPr>
        <p:txBody>
          <a:bodyPr anchor="b">
            <a:noAutofit/>
          </a:bodyPr>
          <a:lstStyle>
            <a:lvl1pPr marL="0" indent="0">
              <a:lnSpc>
                <a:spcPct val="100000"/>
              </a:lnSpc>
              <a:buNone/>
              <a:defRPr sz="18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Master title style</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40078" y="841257"/>
            <a:ext cx="9764686" cy="5372505"/>
          </a:xfrm>
        </p:spPr>
        <p:txBody>
          <a:bodyPr anchor="b"/>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0821880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7/22/2026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640078"/>
            <a:ext cx="8238746" cy="5573684"/>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Tree>
    <p:extLst>
      <p:ext uri="{BB962C8B-B14F-4D97-AF65-F5344CB8AC3E}">
        <p14:creationId xmlns:p14="http://schemas.microsoft.com/office/powerpoint/2010/main" val="26124799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dirty="0"/>
              <a:t>Click to edit Quote</a:t>
            </a:r>
          </a:p>
        </p:txBody>
      </p:sp>
    </p:spTree>
    <p:extLst>
      <p:ext uri="{BB962C8B-B14F-4D97-AF65-F5344CB8AC3E}">
        <p14:creationId xmlns:p14="http://schemas.microsoft.com/office/powerpoint/2010/main" val="30128999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2">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980CAA-82CE-AE1A-79D9-74B40375C465}"/>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29247CA6-BC1D-429A-A289-4E939E49554A}" type="datetime1">
              <a:rPr lang="en-US" smtClean="0"/>
              <a:pPr/>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3200" b="0"/>
            </a:lvl1pPr>
          </a:lstStyle>
          <a:p>
            <a:r>
              <a:rPr lang="en-US" dirty="0"/>
              <a:t>Click to edit Quote</a:t>
            </a:r>
          </a:p>
        </p:txBody>
      </p:sp>
    </p:spTree>
    <p:extLst>
      <p:ext uri="{BB962C8B-B14F-4D97-AF65-F5344CB8AC3E}">
        <p14:creationId xmlns:p14="http://schemas.microsoft.com/office/powerpoint/2010/main" val="29823345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7/22/2026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40076" y="5669280"/>
            <a:ext cx="8933691" cy="544482"/>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40078" y="1234440"/>
            <a:ext cx="8933690" cy="3169920"/>
          </a:xfrm>
        </p:spPr>
        <p:txBody>
          <a:bodyPr anchor="ctr">
            <a:normAutofit/>
          </a:bodyPr>
          <a:lstStyle>
            <a:lvl1pPr algn="l">
              <a:lnSpc>
                <a:spcPct val="100000"/>
              </a:lnSpc>
              <a:defRPr sz="4000" b="0"/>
            </a:lvl1pPr>
          </a:lstStyle>
          <a:p>
            <a:r>
              <a:rPr lang="en-US" dirty="0"/>
              <a:t>Click to edit Quote</a:t>
            </a:r>
          </a:p>
        </p:txBody>
      </p:sp>
    </p:spTree>
    <p:extLst>
      <p:ext uri="{BB962C8B-B14F-4D97-AF65-F5344CB8AC3E}">
        <p14:creationId xmlns:p14="http://schemas.microsoft.com/office/powerpoint/2010/main" val="10324946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91CE83-67BA-4B15-B48A-7DC5C0636664}" type="datetime1">
              <a:rPr lang="en-US" smtClean="0"/>
              <a:pPr/>
              <a:t>7/22/2026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9A01C0A-2BB6-49E7-91A3-DCB9F9F59583}" type="slidenum">
              <a:rPr lang="en-US" smtClean="0"/>
              <a:pPr/>
              <a:t>‹#›</a:t>
            </a:fld>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066601" cy="435133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8" y="1825624"/>
            <a:ext cx="5066602" cy="438813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8"/>
            <a:ext cx="10690153" cy="1040820"/>
          </a:xfrm>
        </p:spPr>
        <p:txBody>
          <a:bodyPr/>
          <a:lstStyle/>
          <a:p>
            <a:r>
              <a:rPr lang="en-US"/>
              <a:t>Click to edit Master title style</a:t>
            </a:r>
            <a:endParaRPr lang="en-US" dirty="0"/>
          </a:p>
        </p:txBody>
      </p:sp>
    </p:spTree>
    <p:extLst>
      <p:ext uri="{BB962C8B-B14F-4D97-AF65-F5344CB8AC3E}">
        <p14:creationId xmlns:p14="http://schemas.microsoft.com/office/powerpoint/2010/main" val="638363647"/>
      </p:ext>
    </p:extLst>
  </p:cSld>
  <p:clrMapOvr>
    <a:masterClrMapping/>
  </p:clrMapOvr>
  <p:hf hdr="0" ft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7/22/2026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28076" y="2387600"/>
            <a:ext cx="5010725" cy="382616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28076" y="1826185"/>
            <a:ext cx="5010727" cy="419384"/>
          </a:xfrm>
        </p:spPr>
        <p:txBody>
          <a:bodyPr anchor="b">
            <a:normAutofit/>
          </a:bodyPr>
          <a:lstStyle>
            <a:lvl1pPr marL="0" indent="0">
              <a:lnSpc>
                <a:spcPct val="10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8" y="2387600"/>
            <a:ext cx="5110276" cy="382616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6" y="1826185"/>
            <a:ext cx="5110277" cy="419384"/>
          </a:xfrm>
        </p:spPr>
        <p:txBody>
          <a:bodyPr anchor="b">
            <a:normAutofit/>
          </a:bodyPr>
          <a:lstStyle>
            <a:lvl1pPr marL="0" indent="0">
              <a:lnSpc>
                <a:spcPct val="10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6" y="640078"/>
            <a:ext cx="10690157" cy="1050610"/>
          </a:xfrm>
        </p:spPr>
        <p:txBody>
          <a:bodyPr/>
          <a:lstStyle/>
          <a:p>
            <a:r>
              <a:rPr lang="en-US"/>
              <a:t>Click to edit Master title style</a:t>
            </a:r>
          </a:p>
        </p:txBody>
      </p:sp>
    </p:spTree>
    <p:extLst>
      <p:ext uri="{BB962C8B-B14F-4D97-AF65-F5344CB8AC3E}">
        <p14:creationId xmlns:p14="http://schemas.microsoft.com/office/powerpoint/2010/main" val="3974819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291CE83-67BA-4B15-B48A-7DC5C0636664}" type="datetime1">
              <a:rPr lang="en-US" smtClean="0"/>
              <a:pPr/>
              <a:t>7/22/2026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274182871"/>
      </p:ext>
    </p:extLst>
  </p:cSld>
  <p:clrMapOvr>
    <a:masterClrMapping/>
  </p:clrMapOvr>
  <p:hf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7/22/2026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039808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291CE83-67BA-4B15-B48A-7DC5C0636664}" type="datetime1">
              <a:rPr lang="en-US" smtClean="0"/>
              <a:pPr/>
              <a:t>7/22/2026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9A01C0A-2BB6-49E7-91A3-DCB9F9F59583}" type="slidenum">
              <a:rPr lang="en-US" smtClean="0"/>
              <a:pPr/>
              <a:t>‹#›</a:t>
            </a:fld>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043260" y="640078"/>
            <a:ext cx="6195542" cy="5573684"/>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7" y="2470245"/>
            <a:ext cx="3945971" cy="374351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2" y="640078"/>
            <a:ext cx="3945971" cy="1671043"/>
          </a:xfrm>
        </p:spPr>
        <p:txBody>
          <a:bodyPr anchor="t">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369325753"/>
      </p:ext>
    </p:extLst>
  </p:cSld>
  <p:clrMapOvr>
    <a:masterClrMapping/>
  </p:clrMapOvr>
  <p:hf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71883" y="640079"/>
            <a:ext cx="6285582" cy="5573684"/>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lvl1pPr marL="0" indent="0">
              <a:lnSpc>
                <a:spcPct val="100000"/>
              </a:lnSpc>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7/22/2026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7" y="2826137"/>
            <a:ext cx="3879130" cy="338762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4107" y="640079"/>
            <a:ext cx="3879129" cy="2021922"/>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288993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0645BE-AC35-911F-0084-2CC2C836EB4D}"/>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57987AA-E4E6-4FC1-BAD8-09A952212C58}" type="datetime1">
              <a:rPr lang="en-US" smtClean="0"/>
              <a:pPr/>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8" y="3594099"/>
            <a:ext cx="10690154" cy="2619663"/>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914400" indent="0">
              <a:lnSpc>
                <a:spcPct val="10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8" y="1847088"/>
            <a:ext cx="7408336" cy="1133856"/>
          </a:xfrm>
        </p:spPr>
        <p:txBody>
          <a:bodyPr anchor="b">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603044790"/>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07E2D40-0539-03CF-D61C-37822ABA17A8}"/>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043CF65F-0E21-48DE-8D75-4BF66A547E8E}" type="datetime1">
              <a:rPr lang="en-US" smtClean="0"/>
              <a:pPr/>
              <a:t>7/22/2026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7" y="3792262"/>
            <a:ext cx="8494767" cy="1279615"/>
          </a:xfrm>
        </p:spPr>
        <p:txBody>
          <a:bodyPr>
            <a:noAutofit/>
          </a:bodyPr>
          <a:lstStyle>
            <a:lvl1pPr marL="0" indent="0">
              <a:lnSpc>
                <a:spcPct val="100000"/>
              </a:lnSpc>
              <a:buNone/>
              <a:defRPr sz="2400"/>
            </a:lvl1pPr>
            <a:lvl2pPr marL="228600" indent="0">
              <a:lnSpc>
                <a:spcPct val="100000"/>
              </a:lnSpc>
              <a:buNone/>
              <a:defRPr sz="2000"/>
            </a:lvl2pPr>
            <a:lvl3pPr marL="457200" indent="0">
              <a:lnSpc>
                <a:spcPct val="100000"/>
              </a:lnSpc>
              <a:buNone/>
              <a:defRPr sz="1800"/>
            </a:lvl3pPr>
            <a:lvl4pPr marL="685800" indent="0">
              <a:lnSpc>
                <a:spcPct val="100000"/>
              </a:lnSpc>
              <a:buNone/>
              <a:defRPr sz="1600"/>
            </a:lvl4pPr>
            <a:lvl5pPr marL="914400" indent="0">
              <a:lnSpc>
                <a:spcPct val="100000"/>
              </a:lnSpc>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1627318"/>
            <a:ext cx="8494767" cy="1842020"/>
          </a:xfrm>
        </p:spPr>
        <p:txBody>
          <a:bodyPr anchor="b">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977725097"/>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tent photo 18">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46C58F9-5CE0-4282-46E0-3E3A700FDB38}"/>
              </a:ext>
            </a:extLst>
          </p:cNvPr>
          <p:cNvSpPr>
            <a:spLocks noGrp="1"/>
          </p:cNvSpPr>
          <p:nvPr>
            <p:ph type="pic" sz="quarter" idx="10"/>
          </p:nvPr>
        </p:nvSpPr>
        <p:spPr>
          <a:xfrm>
            <a:off x="1395412" y="653461"/>
            <a:ext cx="4597556" cy="5549900"/>
          </a:xfrm>
          <a:custGeom>
            <a:avLst/>
            <a:gdLst>
              <a:gd name="connsiteX0" fmla="*/ 2179508 w 4597556"/>
              <a:gd name="connsiteY0" fmla="*/ 0 h 5549900"/>
              <a:gd name="connsiteX1" fmla="*/ 4597556 w 4597556"/>
              <a:gd name="connsiteY1" fmla="*/ 0 h 5549900"/>
              <a:gd name="connsiteX2" fmla="*/ 4597556 w 4597556"/>
              <a:gd name="connsiteY2" fmla="*/ 2476634 h 5549900"/>
              <a:gd name="connsiteX3" fmla="*/ 4502141 w 4597556"/>
              <a:gd name="connsiteY3" fmla="*/ 2476634 h 5549900"/>
              <a:gd name="connsiteX4" fmla="*/ 4502141 w 4597556"/>
              <a:gd name="connsiteY4" fmla="*/ 4729244 h 5549900"/>
              <a:gd name="connsiteX5" fmla="*/ 4597556 w 4597556"/>
              <a:gd name="connsiteY5" fmla="*/ 4729244 h 5549900"/>
              <a:gd name="connsiteX6" fmla="*/ 4597556 w 4597556"/>
              <a:gd name="connsiteY6" fmla="*/ 5549900 h 5549900"/>
              <a:gd name="connsiteX7" fmla="*/ 0 w 4597556"/>
              <a:gd name="connsiteY7" fmla="*/ 5549900 h 5549900"/>
              <a:gd name="connsiteX8" fmla="*/ 0 w 4597556"/>
              <a:gd name="connsiteY8" fmla="*/ 1321566 h 5549900"/>
              <a:gd name="connsiteX9" fmla="*/ 2179508 w 4597556"/>
              <a:gd name="connsiteY9" fmla="*/ 1321566 h 554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97556" h="5549900">
                <a:moveTo>
                  <a:pt x="2179508" y="0"/>
                </a:moveTo>
                <a:lnTo>
                  <a:pt x="4597556" y="0"/>
                </a:lnTo>
                <a:lnTo>
                  <a:pt x="4597556" y="2476634"/>
                </a:lnTo>
                <a:lnTo>
                  <a:pt x="4502141" y="2476634"/>
                </a:lnTo>
                <a:lnTo>
                  <a:pt x="4502141" y="4729244"/>
                </a:lnTo>
                <a:lnTo>
                  <a:pt x="4597556" y="4729244"/>
                </a:lnTo>
                <a:lnTo>
                  <a:pt x="4597556" y="5549900"/>
                </a:lnTo>
                <a:lnTo>
                  <a:pt x="0" y="5549900"/>
                </a:lnTo>
                <a:lnTo>
                  <a:pt x="0" y="1321566"/>
                </a:lnTo>
                <a:lnTo>
                  <a:pt x="2179508" y="1321566"/>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endParaRPr lang="en-US" dirty="0"/>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3">
            <a:extLst>
              <a:ext uri="{FF2B5EF4-FFF2-40B4-BE49-F238E27FC236}">
                <a16:creationId xmlns:a16="http://schemas.microsoft.com/office/drawing/2014/main" id="{A79D49B1-D905-CE2E-C062-AB1BDD014E8B}"/>
              </a:ext>
            </a:extLst>
          </p:cNvPr>
          <p:cNvSpPr>
            <a:spLocks noGrp="1"/>
          </p:cNvSpPr>
          <p:nvPr>
            <p:ph type="dt" sz="half" idx="11"/>
          </p:nvPr>
        </p:nvSpPr>
        <p:spPr>
          <a:xfrm rot="16200000">
            <a:off x="11577948" y="230006"/>
            <a:ext cx="844062" cy="384047"/>
          </a:xfrm>
        </p:spPr>
        <p:txBody>
          <a:bodyPr/>
          <a:lstStyle>
            <a:lvl1pPr>
              <a:defRPr>
                <a:solidFill>
                  <a:schemeClr val="tx1"/>
                </a:solidFill>
              </a:defRPr>
            </a:lvl1pPr>
          </a:lstStyle>
          <a:p>
            <a:fld id="{043CF65F-0E21-48DE-8D75-4BF66A547E8E}" type="datetime1">
              <a:rPr lang="en-US" smtClean="0"/>
              <a:pPr/>
              <a:t>7/22/2026</a:t>
            </a:fld>
            <a:endParaRPr lang="en-US" dirty="0"/>
          </a:p>
        </p:txBody>
      </p:sp>
      <p:sp>
        <p:nvSpPr>
          <p:cNvPr id="7" name="Footer Placeholder 4">
            <a:extLst>
              <a:ext uri="{FF2B5EF4-FFF2-40B4-BE49-F238E27FC236}">
                <a16:creationId xmlns:a16="http://schemas.microsoft.com/office/drawing/2014/main" id="{B1FC8BC9-F44B-803F-5CD7-ADFC9673F03F}"/>
              </a:ext>
            </a:extLst>
          </p:cNvPr>
          <p:cNvSpPr>
            <a:spLocks noGrp="1"/>
          </p:cNvSpPr>
          <p:nvPr>
            <p:ph type="ftr" sz="quarter" idx="12"/>
          </p:nvPr>
        </p:nvSpPr>
        <p:spPr>
          <a:xfrm rot="16200000">
            <a:off x="9313725" y="3338288"/>
            <a:ext cx="5372505" cy="384047"/>
          </a:xfrm>
        </p:spPr>
        <p:txBody>
          <a:bodyPr/>
          <a:lstStyle>
            <a:lvl1pPr>
              <a:defRPr>
                <a:solidFill>
                  <a:schemeClr val="tx1"/>
                </a:solidFill>
              </a:defRPr>
            </a:lvl1pPr>
          </a:lstStyle>
          <a:p>
            <a:r>
              <a:rPr lang="en-US" dirty="0"/>
              <a:t>Presentation Title</a:t>
            </a:r>
          </a:p>
        </p:txBody>
      </p:sp>
      <p:sp>
        <p:nvSpPr>
          <p:cNvPr id="8" name="Slide Number Placeholder 5">
            <a:extLst>
              <a:ext uri="{FF2B5EF4-FFF2-40B4-BE49-F238E27FC236}">
                <a16:creationId xmlns:a16="http://schemas.microsoft.com/office/drawing/2014/main" id="{AAA75D29-C079-E864-B363-40064D1938B8}"/>
              </a:ext>
            </a:extLst>
          </p:cNvPr>
          <p:cNvSpPr>
            <a:spLocks noGrp="1"/>
          </p:cNvSpPr>
          <p:nvPr>
            <p:ph type="sldNum" sz="quarter" idx="13"/>
          </p:nvPr>
        </p:nvSpPr>
        <p:spPr>
          <a:xfrm rot="16200000">
            <a:off x="11679259" y="6345258"/>
            <a:ext cx="641433" cy="38404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7" name="Rectangle 16">
            <a:extLst>
              <a:ext uri="{FF2B5EF4-FFF2-40B4-BE49-F238E27FC236}">
                <a16:creationId xmlns:a16="http://schemas.microsoft.com/office/drawing/2014/main" id="{CB5BB9C8-B774-7D15-8251-AC8ED5B99387}"/>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9" name="Rectangle 8">
            <a:extLst>
              <a:ext uri="{FF2B5EF4-FFF2-40B4-BE49-F238E27FC236}">
                <a16:creationId xmlns:a16="http://schemas.microsoft.com/office/drawing/2014/main" id="{2EBE262A-1515-660C-5ACF-699ADA35F603}"/>
              </a:ext>
              <a:ext uri="{C183D7F6-B498-43B3-948B-1728B52AA6E4}">
                <adec:decorative xmlns:adec="http://schemas.microsoft.com/office/drawing/2017/decorative" val="1"/>
              </a:ext>
            </a:extLst>
          </p:cNvPr>
          <p:cNvSpPr/>
          <p:nvPr userDrawn="1"/>
        </p:nvSpPr>
        <p:spPr>
          <a:xfrm>
            <a:off x="831720" y="640080"/>
            <a:ext cx="2743200" cy="133494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2" y="3127248"/>
            <a:ext cx="4533398" cy="3108960"/>
          </a:xfrm>
        </p:spPr>
        <p:txBody>
          <a:bodyPr lIns="91440" tIns="91440" rIns="0" bIns="0">
            <a:noAutofit/>
          </a:bodyPr>
          <a:lstStyle>
            <a:lvl1pPr marL="0" indent="0">
              <a:lnSpc>
                <a:spcPct val="10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4533398" cy="2157984"/>
          </a:xfrm>
        </p:spPr>
        <p:txBody>
          <a:bodyPr lIns="91440" tIns="91440" rIns="0" bIns="0" anchor="b">
            <a:noAutofit/>
          </a:bodyPr>
          <a:lstStyle>
            <a:lvl1pPr>
              <a:defRPr sz="3200" cap="all" baseline="0"/>
            </a:lvl1pPr>
          </a:lstStyle>
          <a:p>
            <a:r>
              <a:rPr lang="en-US" dirty="0"/>
              <a:t>CLICK TO EDIT MASTER TITLE STYLE</a:t>
            </a:r>
          </a:p>
        </p:txBody>
      </p:sp>
    </p:spTree>
    <p:extLst>
      <p:ext uri="{BB962C8B-B14F-4D97-AF65-F5344CB8AC3E}">
        <p14:creationId xmlns:p14="http://schemas.microsoft.com/office/powerpoint/2010/main" val="27373932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ent Photo 2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F02D30-CC17-F516-802A-A3AE633BF025}"/>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chor="ctr">
            <a:noAutofit/>
          </a:bodyPr>
          <a:lstStyle>
            <a:lvl1pPr algn="ctr">
              <a:defRPr/>
            </a:lvl1pPr>
          </a:lstStyle>
          <a:p>
            <a:endParaRPr lang="en-US" dirty="0"/>
          </a:p>
        </p:txBody>
      </p:sp>
      <p:sp>
        <p:nvSpPr>
          <p:cNvPr id="10" name="Oval 9">
            <a:extLst>
              <a:ext uri="{FF2B5EF4-FFF2-40B4-BE49-F238E27FC236}">
                <a16:creationId xmlns:a16="http://schemas.microsoft.com/office/drawing/2014/main" id="{0EDDC100-1ACB-74B7-3CAE-F0DD05CBE963}"/>
              </a:ext>
            </a:extLst>
          </p:cNvPr>
          <p:cNvSpPr/>
          <p:nvPr userDrawn="1"/>
        </p:nvSpPr>
        <p:spPr>
          <a:xfrm>
            <a:off x="4903412" y="3140474"/>
            <a:ext cx="1314946" cy="131494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AEC7566-C08A-6609-9FDF-AAFB5486D677}"/>
              </a:ext>
            </a:extLst>
          </p:cNvPr>
          <p:cNvSpPr>
            <a:spLocks noGrp="1"/>
          </p:cNvSpPr>
          <p:nvPr>
            <p:ph type="dt" sz="half" idx="10"/>
          </p:nvPr>
        </p:nvSpPr>
        <p:spPr>
          <a:xfrm rot="16200000">
            <a:off x="11577948" y="230006"/>
            <a:ext cx="844062" cy="384047"/>
          </a:xfrm>
        </p:spPr>
        <p:txBody>
          <a:bodyPr/>
          <a:lstStyle>
            <a:lvl1pPr>
              <a:defRPr>
                <a:solidFill>
                  <a:schemeClr val="tx1"/>
                </a:solidFill>
              </a:defRPr>
            </a:lvl1pPr>
          </a:lstStyle>
          <a:p>
            <a:fld id="{043CF65F-0E21-48DE-8D75-4BF66A547E8E}" type="datetime1">
              <a:rPr lang="en-US" smtClean="0"/>
              <a:pPr/>
              <a:t>7/22/2026</a:t>
            </a:fld>
            <a:endParaRPr lang="en-US" dirty="0"/>
          </a:p>
        </p:txBody>
      </p:sp>
      <p:sp>
        <p:nvSpPr>
          <p:cNvPr id="5" name="Footer Placeholder 4">
            <a:extLst>
              <a:ext uri="{FF2B5EF4-FFF2-40B4-BE49-F238E27FC236}">
                <a16:creationId xmlns:a16="http://schemas.microsoft.com/office/drawing/2014/main" id="{6D5F4BAE-32D2-0950-CD30-3DC3084BBE5C}"/>
              </a:ext>
            </a:extLst>
          </p:cNvPr>
          <p:cNvSpPr>
            <a:spLocks noGrp="1"/>
          </p:cNvSpPr>
          <p:nvPr>
            <p:ph type="ftr" sz="quarter" idx="12"/>
          </p:nvPr>
        </p:nvSpPr>
        <p:spPr>
          <a:xfrm rot="16200000">
            <a:off x="9313725" y="3338288"/>
            <a:ext cx="5372505" cy="384047"/>
          </a:xfrm>
        </p:spPr>
        <p:txBody>
          <a:bodyPr/>
          <a:lstStyle>
            <a:lvl1pPr>
              <a:defRPr>
                <a:solidFill>
                  <a:schemeClr val="tx1"/>
                </a:solidFill>
              </a:defRPr>
            </a:lvl1pPr>
          </a:lstStyle>
          <a:p>
            <a:r>
              <a:rPr lang="en-US" dirty="0"/>
              <a:t>Presentation Title</a:t>
            </a:r>
          </a:p>
        </p:txBody>
      </p:sp>
      <p:sp>
        <p:nvSpPr>
          <p:cNvPr id="9" name="Slide Number Placeholder 5">
            <a:extLst>
              <a:ext uri="{FF2B5EF4-FFF2-40B4-BE49-F238E27FC236}">
                <a16:creationId xmlns:a16="http://schemas.microsoft.com/office/drawing/2014/main" id="{B8AA1005-37B1-E8E2-5040-5D847E1FC442}"/>
              </a:ext>
            </a:extLst>
          </p:cNvPr>
          <p:cNvSpPr>
            <a:spLocks noGrp="1"/>
          </p:cNvSpPr>
          <p:nvPr>
            <p:ph type="sldNum" sz="quarter" idx="13"/>
          </p:nvPr>
        </p:nvSpPr>
        <p:spPr>
          <a:xfrm rot="16200000">
            <a:off x="11679259" y="6345258"/>
            <a:ext cx="641433" cy="38404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7" y="2355925"/>
            <a:ext cx="4545393" cy="3843707"/>
          </a:xfrm>
        </p:spPr>
        <p:txBody>
          <a:bodyPr lIns="91440" tIns="91440" rIns="0" bIns="0">
            <a:noAutofit/>
          </a:bodyPr>
          <a:lstStyle>
            <a:lvl1pPr marL="0" indent="0">
              <a:lnSpc>
                <a:spcPct val="10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4545395" cy="1403873"/>
          </a:xfrm>
        </p:spPr>
        <p:txBody>
          <a:bodyPr lIns="91440" tIns="0" rIns="0" bIns="0" anchor="b">
            <a:noAutofit/>
          </a:bodyPr>
          <a:lstStyle>
            <a:lvl1pPr>
              <a:defRPr sz="3200" baseline="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607601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Big number 4">
    <p:bg>
      <p:bgPr>
        <a:solidFill>
          <a:schemeClr val="bg1"/>
        </a:solidFill>
        <a:effectLst/>
      </p:bgPr>
    </p:bg>
    <p:spTree>
      <p:nvGrpSpPr>
        <p:cNvPr id="1" name=""/>
        <p:cNvGrpSpPr/>
        <p:nvPr/>
      </p:nvGrpSpPr>
      <p:grpSpPr>
        <a:xfrm>
          <a:off x="0" y="0"/>
          <a:ext cx="0" cy="0"/>
          <a:chOff x="0" y="0"/>
          <a:chExt cx="0" cy="0"/>
        </a:xfrm>
      </p:grpSpPr>
      <p:sp>
        <p:nvSpPr>
          <p:cNvPr id="8" name="Freeform 12">
            <a:extLst>
              <a:ext uri="{FF2B5EF4-FFF2-40B4-BE49-F238E27FC236}">
                <a16:creationId xmlns:a16="http://schemas.microsoft.com/office/drawing/2014/main" id="{FA618DAB-55E2-19CE-F259-9FB708A90B63}"/>
              </a:ext>
            </a:extLst>
          </p:cNvPr>
          <p:cNvSpPr/>
          <p:nvPr/>
        </p:nvSpPr>
        <p:spPr>
          <a:xfrm>
            <a:off x="1959756"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5" name="Picture Placeholder 4">
            <a:extLst>
              <a:ext uri="{FF2B5EF4-FFF2-40B4-BE49-F238E27FC236}">
                <a16:creationId xmlns:a16="http://schemas.microsoft.com/office/drawing/2014/main" id="{F70796A4-60C9-8766-B669-134765EE1CF7}"/>
              </a:ext>
            </a:extLst>
          </p:cNvPr>
          <p:cNvSpPr>
            <a:spLocks noGrp="1"/>
          </p:cNvSpPr>
          <p:nvPr>
            <p:ph type="pic" sz="quarter" idx="10"/>
          </p:nvPr>
        </p:nvSpPr>
        <p:spPr>
          <a:xfrm>
            <a:off x="1" y="1"/>
            <a:ext cx="12192000" cy="6857999"/>
          </a:xfrm>
          <a:custGeom>
            <a:avLst/>
            <a:gdLst>
              <a:gd name="connsiteX0" fmla="*/ 7783170 w 12192000"/>
              <a:gd name="connsiteY0" fmla="*/ 0 h 6857999"/>
              <a:gd name="connsiteX1" fmla="*/ 12192000 w 12192000"/>
              <a:gd name="connsiteY1" fmla="*/ 0 h 6857999"/>
              <a:gd name="connsiteX2" fmla="*/ 12192000 w 12192000"/>
              <a:gd name="connsiteY2" fmla="*/ 6857999 h 6857999"/>
              <a:gd name="connsiteX3" fmla="*/ 8852792 w 12192000"/>
              <a:gd name="connsiteY3" fmla="*/ 6857999 h 6857999"/>
              <a:gd name="connsiteX4" fmla="*/ 8985470 w 12192000"/>
              <a:gd name="connsiteY4" fmla="*/ 6735959 h 6857999"/>
              <a:gd name="connsiteX5" fmla="*/ 10232243 w 12192000"/>
              <a:gd name="connsiteY5" fmla="*/ 3776315 h 6857999"/>
              <a:gd name="connsiteX6" fmla="*/ 7889232 w 12192000"/>
              <a:gd name="connsiteY6" fmla="*/ 47950 h 6857999"/>
              <a:gd name="connsiteX7" fmla="*/ 0 w 12192000"/>
              <a:gd name="connsiteY7" fmla="*/ 0 h 6857999"/>
              <a:gd name="connsiteX8" fmla="*/ 4408830 w 12192000"/>
              <a:gd name="connsiteY8" fmla="*/ 0 h 6857999"/>
              <a:gd name="connsiteX9" fmla="*/ 4302768 w 12192000"/>
              <a:gd name="connsiteY9" fmla="*/ 47950 h 6857999"/>
              <a:gd name="connsiteX10" fmla="*/ 1959755 w 12192000"/>
              <a:gd name="connsiteY10" fmla="*/ 3776315 h 6857999"/>
              <a:gd name="connsiteX11" fmla="*/ 3206528 w 12192000"/>
              <a:gd name="connsiteY11" fmla="*/ 6735959 h 6857999"/>
              <a:gd name="connsiteX12" fmla="*/ 3339206 w 12192000"/>
              <a:gd name="connsiteY12" fmla="*/ 6857999 h 6857999"/>
              <a:gd name="connsiteX13" fmla="*/ 0 w 12192000"/>
              <a:gd name="connsiteY1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7999">
                <a:moveTo>
                  <a:pt x="7783170" y="0"/>
                </a:moveTo>
                <a:lnTo>
                  <a:pt x="12192000" y="0"/>
                </a:lnTo>
                <a:lnTo>
                  <a:pt x="12192000" y="6857999"/>
                </a:lnTo>
                <a:lnTo>
                  <a:pt x="8852792" y="6857999"/>
                </a:lnTo>
                <a:lnTo>
                  <a:pt x="8985470" y="6735959"/>
                </a:lnTo>
                <a:cubicBezTo>
                  <a:pt x="9754697" y="5984857"/>
                  <a:pt x="10232243" y="4936354"/>
                  <a:pt x="10232243" y="3776315"/>
                </a:cubicBezTo>
                <a:cubicBezTo>
                  <a:pt x="10232243" y="2134414"/>
                  <a:pt x="9275569" y="715956"/>
                  <a:pt x="7889232" y="47950"/>
                </a:cubicBezTo>
                <a:close/>
                <a:moveTo>
                  <a:pt x="0" y="0"/>
                </a:moveTo>
                <a:lnTo>
                  <a:pt x="4408830" y="0"/>
                </a:lnTo>
                <a:lnTo>
                  <a:pt x="4302768" y="47950"/>
                </a:lnTo>
                <a:cubicBezTo>
                  <a:pt x="2916429" y="715956"/>
                  <a:pt x="1959755" y="2134414"/>
                  <a:pt x="1959755" y="3776315"/>
                </a:cubicBezTo>
                <a:cubicBezTo>
                  <a:pt x="1959755" y="4936354"/>
                  <a:pt x="2437301" y="5984857"/>
                  <a:pt x="3206528" y="6735959"/>
                </a:cubicBezTo>
                <a:lnTo>
                  <a:pt x="3339206" y="6857999"/>
                </a:lnTo>
                <a:lnTo>
                  <a:pt x="0" y="6857999"/>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endParaRPr lang="en-US" dirty="0"/>
          </a:p>
        </p:txBody>
      </p:sp>
      <p:sp>
        <p:nvSpPr>
          <p:cNvPr id="4" name="Text Placeholder 2">
            <a:extLst>
              <a:ext uri="{FF2B5EF4-FFF2-40B4-BE49-F238E27FC236}">
                <a16:creationId xmlns:a16="http://schemas.microsoft.com/office/drawing/2014/main" id="{C3914349-C0B8-28DF-90F8-5E6D083FE893}"/>
              </a:ext>
            </a:extLst>
          </p:cNvPr>
          <p:cNvSpPr>
            <a:spLocks noGrp="1"/>
          </p:cNvSpPr>
          <p:nvPr>
            <p:ph type="body" idx="1"/>
          </p:nvPr>
        </p:nvSpPr>
        <p:spPr>
          <a:xfrm>
            <a:off x="3898642" y="5313785"/>
            <a:ext cx="4394716" cy="764778"/>
          </a:xfrm>
        </p:spPr>
        <p:txBody>
          <a:bodyPr lIns="0" tIns="0" rIns="0" bIns="0" anchor="t">
            <a:noAutofit/>
          </a:bodyPr>
          <a:lstStyle>
            <a:lvl1pPr marL="0" indent="0" algn="ctr">
              <a:lnSpc>
                <a:spcPct val="100000"/>
              </a:lnSpc>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 name="Title 1">
            <a:extLst>
              <a:ext uri="{FF2B5EF4-FFF2-40B4-BE49-F238E27FC236}">
                <a16:creationId xmlns:a16="http://schemas.microsoft.com/office/drawing/2014/main" id="{5193AC60-CD84-E768-28B4-375CFF097099}"/>
              </a:ext>
            </a:extLst>
          </p:cNvPr>
          <p:cNvSpPr>
            <a:spLocks noGrp="1"/>
          </p:cNvSpPr>
          <p:nvPr>
            <p:ph type="title" hasCustomPrompt="1"/>
          </p:nvPr>
        </p:nvSpPr>
        <p:spPr>
          <a:xfrm>
            <a:off x="2611367" y="1161826"/>
            <a:ext cx="6969267" cy="3808207"/>
          </a:xfrm>
        </p:spPr>
        <p:txBody>
          <a:bodyPr lIns="0" tIns="0" rIns="0" bIns="0" anchor="b">
            <a:noAutofit/>
          </a:bodyPr>
          <a:lstStyle>
            <a:lvl1pPr algn="ctr">
              <a:defRPr sz="20000" b="1" i="0" baseline="0">
                <a:solidFill>
                  <a:schemeClr val="tx1"/>
                </a:solidFill>
                <a:latin typeface="+mj-lt"/>
                <a:cs typeface="Arial Black" panose="020B0604020202020204" pitchFamily="34" charset="0"/>
              </a:defRPr>
            </a:lvl1pPr>
          </a:lstStyle>
          <a:p>
            <a:r>
              <a:rPr lang="en-US" dirty="0"/>
              <a:t>##%</a:t>
            </a:r>
          </a:p>
        </p:txBody>
      </p:sp>
    </p:spTree>
    <p:extLst>
      <p:ext uri="{BB962C8B-B14F-4D97-AF65-F5344CB8AC3E}">
        <p14:creationId xmlns:p14="http://schemas.microsoft.com/office/powerpoint/2010/main" val="11886961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ent photo 19">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EFFF036-D459-D142-290E-9C1B19A24203}"/>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274474 w 4577463"/>
              <a:gd name="connsiteY7" fmla="*/ 586012 h 3698875"/>
              <a:gd name="connsiteX8" fmla="*/ 363537 w 4577463"/>
              <a:gd name="connsiteY8" fmla="*/ 520753 h 3698875"/>
              <a:gd name="connsiteX9" fmla="*/ 391698 w 4577463"/>
              <a:gd name="connsiteY9" fmla="*/ 572636 h 3698875"/>
              <a:gd name="connsiteX10" fmla="*/ 927495 w 4577463"/>
              <a:gd name="connsiteY10" fmla="*/ 857517 h 3698875"/>
              <a:gd name="connsiteX11" fmla="*/ 1573644 w 4577463"/>
              <a:gd name="connsiteY11" fmla="*/ 211368 h 3698875"/>
              <a:gd name="connsiteX12" fmla="*/ 1560517 w 4577463"/>
              <a:gd name="connsiteY12" fmla="*/ 81147 h 3698875"/>
              <a:gd name="connsiteX13" fmla="*/ 1545169 w 4577463"/>
              <a:gd name="connsiteY13" fmla="*/ 31706 h 3698875"/>
              <a:gd name="connsiteX14" fmla="*/ 1668191 w 4577463"/>
              <a:gd name="connsiteY14" fmla="*/ 13227 h 3698875"/>
              <a:gd name="connsiteX15" fmla="*/ 1934275 w 4577463"/>
              <a:gd name="connsiteY15"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147368" y="693734"/>
                  <a:pt x="209659" y="638373"/>
                  <a:pt x="274474" y="586012"/>
                </a:cubicBezTo>
                <a:lnTo>
                  <a:pt x="363537" y="520753"/>
                </a:lnTo>
                <a:lnTo>
                  <a:pt x="391698" y="572636"/>
                </a:lnTo>
                <a:cubicBezTo>
                  <a:pt x="507816" y="744513"/>
                  <a:pt x="704459" y="857517"/>
                  <a:pt x="927495" y="857517"/>
                </a:cubicBezTo>
                <a:cubicBezTo>
                  <a:pt x="1284353" y="857517"/>
                  <a:pt x="1573644" y="568226"/>
                  <a:pt x="1573644" y="211368"/>
                </a:cubicBezTo>
                <a:cubicBezTo>
                  <a:pt x="1573644" y="166761"/>
                  <a:pt x="1569124" y="123209"/>
                  <a:pt x="1560517" y="81147"/>
                </a:cubicBezTo>
                <a:lnTo>
                  <a:pt x="1545169" y="31706"/>
                </a:lnTo>
                <a:lnTo>
                  <a:pt x="1668191" y="13227"/>
                </a:lnTo>
                <a:cubicBezTo>
                  <a:pt x="1755699" y="4480"/>
                  <a:pt x="1844464" y="0"/>
                  <a:pt x="1934275" y="0"/>
                </a:cubicBez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lvl1pPr algn="ctr">
              <a:defRPr/>
            </a:lvl1pPr>
          </a:lstStyle>
          <a:p>
            <a:endParaRPr lang="en-US" dirty="0"/>
          </a:p>
        </p:txBody>
      </p:sp>
      <p:sp>
        <p:nvSpPr>
          <p:cNvPr id="2" name="Oval 1">
            <a:extLst>
              <a:ext uri="{FF2B5EF4-FFF2-40B4-BE49-F238E27FC236}">
                <a16:creationId xmlns:a16="http://schemas.microsoft.com/office/drawing/2014/main" id="{57F89ECF-F048-57F5-57EF-0CAB335C28F5}"/>
              </a:ext>
              <a:ext uri="{C183D7F6-B498-43B3-948B-1728B52AA6E4}">
                <adec:decorative xmlns:adec="http://schemas.microsoft.com/office/drawing/2017/decorative" val="1"/>
              </a:ext>
            </a:extLst>
          </p:cNvPr>
          <p:cNvSpPr/>
          <p:nvPr userDrawn="1"/>
        </p:nvSpPr>
        <p:spPr>
          <a:xfrm>
            <a:off x="281346" y="2724345"/>
            <a:ext cx="1292298" cy="1292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6" name="Date Placeholder 4">
            <a:extLst>
              <a:ext uri="{FF2B5EF4-FFF2-40B4-BE49-F238E27FC236}">
                <a16:creationId xmlns:a16="http://schemas.microsoft.com/office/drawing/2014/main" id="{D4ABEAE2-DE31-12F1-AAD1-82AEE3737D05}"/>
              </a:ext>
            </a:extLst>
          </p:cNvPr>
          <p:cNvSpPr>
            <a:spLocks noGrp="1"/>
          </p:cNvSpPr>
          <p:nvPr>
            <p:ph type="dt" sz="half" idx="14"/>
          </p:nvPr>
        </p:nvSpPr>
        <p:spPr>
          <a:xfrm rot="16200000">
            <a:off x="11577948" y="230006"/>
            <a:ext cx="844062" cy="384047"/>
          </a:xfrm>
        </p:spPr>
        <p:txBody>
          <a:bodyPr/>
          <a:lstStyle/>
          <a:p>
            <a:fld id="{3D157344-9CC7-412D-8C20-072BE86D5A11}" type="datetime1">
              <a:rPr lang="en-US" smtClean="0"/>
              <a:t>7/22/2026</a:t>
            </a:fld>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
        <p:nvSpPr>
          <p:cNvPr id="16" name="Content Placeholder 7">
            <a:extLst>
              <a:ext uri="{FF2B5EF4-FFF2-40B4-BE49-F238E27FC236}">
                <a16:creationId xmlns:a16="http://schemas.microsoft.com/office/drawing/2014/main" id="{218D7EE8-EBB2-8592-C06C-14CF0BA0260D}"/>
              </a:ext>
            </a:extLst>
          </p:cNvPr>
          <p:cNvSpPr>
            <a:spLocks noGrp="1"/>
          </p:cNvSpPr>
          <p:nvPr>
            <p:ph sz="quarter" idx="16"/>
          </p:nvPr>
        </p:nvSpPr>
        <p:spPr>
          <a:xfrm>
            <a:off x="5434828" y="640077"/>
            <a:ext cx="5783472" cy="5573685"/>
          </a:xfrm>
        </p:spPr>
        <p:txBody>
          <a:bodyPr lIns="91440" tIns="9144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C44AB011-4A5C-6D4B-BB9B-30BA4193742C}"/>
              </a:ext>
            </a:extLst>
          </p:cNvPr>
          <p:cNvSpPr>
            <a:spLocks noGrp="1"/>
          </p:cNvSpPr>
          <p:nvPr>
            <p:ph type="title" hasCustomPrompt="1"/>
          </p:nvPr>
        </p:nvSpPr>
        <p:spPr>
          <a:xfrm>
            <a:off x="548648" y="640078"/>
            <a:ext cx="4317028" cy="2084268"/>
          </a:xfrm>
        </p:spPr>
        <p:txBody>
          <a:bodyPr lIns="91440" tIns="91440" rIns="0" bIns="0">
            <a:noAutofit/>
          </a:bodyPr>
          <a:lstStyle>
            <a:lvl1pPr>
              <a:defRPr sz="3200" baseline="0"/>
            </a:lvl1pPr>
          </a:lstStyle>
          <a:p>
            <a:r>
              <a:rPr lang="en-US" dirty="0"/>
              <a:t>CLICK TO EDIT MASTER TITLE STYLE</a:t>
            </a:r>
          </a:p>
        </p:txBody>
      </p:sp>
    </p:spTree>
    <p:extLst>
      <p:ext uri="{BB962C8B-B14F-4D97-AF65-F5344CB8AC3E}">
        <p14:creationId xmlns:p14="http://schemas.microsoft.com/office/powerpoint/2010/main" val="27364219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 photo 20">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041D3CD-4172-159B-50BA-195FCCAE119E}"/>
              </a:ext>
            </a:extLst>
          </p:cNvPr>
          <p:cNvSpPr>
            <a:spLocks noGrp="1"/>
          </p:cNvSpPr>
          <p:nvPr>
            <p:ph type="pic" sz="quarter" idx="17"/>
          </p:nvPr>
        </p:nvSpPr>
        <p:spPr>
          <a:xfrm>
            <a:off x="1" y="0"/>
            <a:ext cx="4089921" cy="4639206"/>
          </a:xfrm>
          <a:custGeom>
            <a:avLst/>
            <a:gdLst>
              <a:gd name="connsiteX0" fmla="*/ 0 w 4089921"/>
              <a:gd name="connsiteY0" fmla="*/ 0 h 4639206"/>
              <a:gd name="connsiteX1" fmla="*/ 3216644 w 4089921"/>
              <a:gd name="connsiteY1" fmla="*/ 0 h 4639206"/>
              <a:gd name="connsiteX2" fmla="*/ 3308243 w 4089921"/>
              <a:gd name="connsiteY2" fmla="*/ 83250 h 4639206"/>
              <a:gd name="connsiteX3" fmla="*/ 4089921 w 4089921"/>
              <a:gd name="connsiteY3" fmla="*/ 1970389 h 4639206"/>
              <a:gd name="connsiteX4" fmla="*/ 3308243 w 4089921"/>
              <a:gd name="connsiteY4" fmla="*/ 3857528 h 4639206"/>
              <a:gd name="connsiteX5" fmla="*/ 3279358 w 4089921"/>
              <a:gd name="connsiteY5" fmla="*/ 3883780 h 4639206"/>
              <a:gd name="connsiteX6" fmla="*/ 3254520 w 4089921"/>
              <a:gd name="connsiteY6" fmla="*/ 3853677 h 4639206"/>
              <a:gd name="connsiteX7" fmla="*/ 2797624 w 4089921"/>
              <a:gd name="connsiteY7" fmla="*/ 3664424 h 4639206"/>
              <a:gd name="connsiteX8" fmla="*/ 2151475 w 4089921"/>
              <a:gd name="connsiteY8" fmla="*/ 4310573 h 4639206"/>
              <a:gd name="connsiteX9" fmla="*/ 2164603 w 4089921"/>
              <a:gd name="connsiteY9" fmla="*/ 4440795 h 4639206"/>
              <a:gd name="connsiteX10" fmla="*/ 2190853 w 4089921"/>
              <a:gd name="connsiteY10" fmla="*/ 4525361 h 4639206"/>
              <a:gd name="connsiteX11" fmla="*/ 1958964 w 4089921"/>
              <a:gd name="connsiteY11" fmla="*/ 4584985 h 4639206"/>
              <a:gd name="connsiteX12" fmla="*/ 1421104 w 4089921"/>
              <a:gd name="connsiteY12" fmla="*/ 4639206 h 4639206"/>
              <a:gd name="connsiteX13" fmla="*/ 148987 w 4089921"/>
              <a:gd name="connsiteY13" fmla="*/ 4317094 h 4639206"/>
              <a:gd name="connsiteX14" fmla="*/ 0 w 4089921"/>
              <a:gd name="connsiteY14" fmla="*/ 4226582 h 463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89921" h="4639206">
                <a:moveTo>
                  <a:pt x="0" y="0"/>
                </a:moveTo>
                <a:lnTo>
                  <a:pt x="3216644" y="0"/>
                </a:lnTo>
                <a:lnTo>
                  <a:pt x="3308243" y="83250"/>
                </a:lnTo>
                <a:cubicBezTo>
                  <a:pt x="3791204" y="566211"/>
                  <a:pt x="4089921" y="1233416"/>
                  <a:pt x="4089921" y="1970389"/>
                </a:cubicBezTo>
                <a:cubicBezTo>
                  <a:pt x="4089921" y="2707363"/>
                  <a:pt x="3791204" y="3374567"/>
                  <a:pt x="3308243" y="3857528"/>
                </a:cubicBezTo>
                <a:lnTo>
                  <a:pt x="3279358" y="3883780"/>
                </a:lnTo>
                <a:lnTo>
                  <a:pt x="3254520" y="3853677"/>
                </a:lnTo>
                <a:cubicBezTo>
                  <a:pt x="3137590" y="3736747"/>
                  <a:pt x="2976053" y="3664424"/>
                  <a:pt x="2797624" y="3664424"/>
                </a:cubicBezTo>
                <a:cubicBezTo>
                  <a:pt x="2440766" y="3664424"/>
                  <a:pt x="2151475" y="3953715"/>
                  <a:pt x="2151475" y="4310573"/>
                </a:cubicBezTo>
                <a:cubicBezTo>
                  <a:pt x="2151475" y="4355180"/>
                  <a:pt x="2155995" y="4398732"/>
                  <a:pt x="2164603" y="4440795"/>
                </a:cubicBezTo>
                <a:lnTo>
                  <a:pt x="2190853" y="4525361"/>
                </a:lnTo>
                <a:lnTo>
                  <a:pt x="1958964" y="4584985"/>
                </a:lnTo>
                <a:cubicBezTo>
                  <a:pt x="1785230" y="4620536"/>
                  <a:pt x="1605347" y="4639206"/>
                  <a:pt x="1421104" y="4639206"/>
                </a:cubicBezTo>
                <a:cubicBezTo>
                  <a:pt x="960496" y="4639206"/>
                  <a:pt x="527141" y="4522520"/>
                  <a:pt x="148987" y="4317094"/>
                </a:cubicBezTo>
                <a:lnTo>
                  <a:pt x="0" y="4226582"/>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endParaRPr lang="en-US" dirty="0"/>
          </a:p>
        </p:txBody>
      </p:sp>
      <p:sp>
        <p:nvSpPr>
          <p:cNvPr id="2" name="Oval 1">
            <a:extLst>
              <a:ext uri="{FF2B5EF4-FFF2-40B4-BE49-F238E27FC236}">
                <a16:creationId xmlns:a16="http://schemas.microsoft.com/office/drawing/2014/main" id="{CCA47180-C126-D9FC-1291-43F1766DE885}"/>
              </a:ext>
              <a:ext uri="{C183D7F6-B498-43B3-948B-1728B52AA6E4}">
                <adec:decorative xmlns:adec="http://schemas.microsoft.com/office/drawing/2017/decorative" val="1"/>
              </a:ext>
            </a:extLst>
          </p:cNvPr>
          <p:cNvSpPr/>
          <p:nvPr userDrawn="1"/>
        </p:nvSpPr>
        <p:spPr>
          <a:xfrm>
            <a:off x="2151476" y="3664424"/>
            <a:ext cx="1292298" cy="1292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6" name="Date Placeholder 4">
            <a:extLst>
              <a:ext uri="{FF2B5EF4-FFF2-40B4-BE49-F238E27FC236}">
                <a16:creationId xmlns:a16="http://schemas.microsoft.com/office/drawing/2014/main" id="{D4ABEAE2-DE31-12F1-AAD1-82AEE3737D05}"/>
              </a:ext>
            </a:extLst>
          </p:cNvPr>
          <p:cNvSpPr>
            <a:spLocks noGrp="1"/>
          </p:cNvSpPr>
          <p:nvPr>
            <p:ph type="dt" sz="half" idx="14"/>
          </p:nvPr>
        </p:nvSpPr>
        <p:spPr>
          <a:xfrm rot="16200000">
            <a:off x="11577948" y="230006"/>
            <a:ext cx="844062" cy="384047"/>
          </a:xfrm>
        </p:spPr>
        <p:txBody>
          <a:bodyPr/>
          <a:lstStyle/>
          <a:p>
            <a:fld id="{3D157344-9CC7-412D-8C20-072BE86D5A11}" type="datetime1">
              <a:rPr lang="en-US" smtClean="0"/>
              <a:t>7/22/2026</a:t>
            </a:fld>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
        <p:nvSpPr>
          <p:cNvPr id="16" name="Content Placeholder 7">
            <a:extLst>
              <a:ext uri="{FF2B5EF4-FFF2-40B4-BE49-F238E27FC236}">
                <a16:creationId xmlns:a16="http://schemas.microsoft.com/office/drawing/2014/main" id="{218D7EE8-EBB2-8592-C06C-14CF0BA0260D}"/>
              </a:ext>
            </a:extLst>
          </p:cNvPr>
          <p:cNvSpPr>
            <a:spLocks noGrp="1"/>
          </p:cNvSpPr>
          <p:nvPr>
            <p:ph sz="quarter" idx="16"/>
          </p:nvPr>
        </p:nvSpPr>
        <p:spPr>
          <a:xfrm>
            <a:off x="4679577" y="5142155"/>
            <a:ext cx="6538723" cy="1071607"/>
          </a:xfrm>
        </p:spPr>
        <p:txBody>
          <a:bodyPr lIns="91440" tIns="9144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C44AB011-4A5C-6D4B-BB9B-30BA4193742C}"/>
              </a:ext>
            </a:extLst>
          </p:cNvPr>
          <p:cNvSpPr>
            <a:spLocks noGrp="1"/>
          </p:cNvSpPr>
          <p:nvPr>
            <p:ph type="title" hasCustomPrompt="1"/>
          </p:nvPr>
        </p:nvSpPr>
        <p:spPr>
          <a:xfrm>
            <a:off x="4679577" y="640078"/>
            <a:ext cx="6538722" cy="4179348"/>
          </a:xfrm>
        </p:spPr>
        <p:txBody>
          <a:bodyPr lIns="91440" tIns="0" rIns="0" bIns="0" anchor="b">
            <a:noAutofit/>
          </a:bodyPr>
          <a:lstStyle>
            <a:lvl1pPr>
              <a:defRPr sz="20000" baseline="0"/>
            </a:lvl1pPr>
          </a:lstStyle>
          <a:p>
            <a:r>
              <a:rPr lang="en-US" dirty="0"/>
              <a:t>##%</a:t>
            </a:r>
          </a:p>
        </p:txBody>
      </p:sp>
    </p:spTree>
    <p:extLst>
      <p:ext uri="{BB962C8B-B14F-4D97-AF65-F5344CB8AC3E}">
        <p14:creationId xmlns:p14="http://schemas.microsoft.com/office/powerpoint/2010/main" val="6250806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3">
            <a:extLst>
              <a:ext uri="{FF2B5EF4-FFF2-40B4-BE49-F238E27FC236}">
                <a16:creationId xmlns:a16="http://schemas.microsoft.com/office/drawing/2014/main" id="{CDCDB3F9-C083-E428-E97B-C0CC63BC020A}"/>
              </a:ext>
            </a:extLst>
          </p:cNvPr>
          <p:cNvSpPr>
            <a:spLocks noGrp="1"/>
          </p:cNvSpPr>
          <p:nvPr>
            <p:ph type="dt" sz="half" idx="2"/>
          </p:nvPr>
        </p:nvSpPr>
        <p:spPr>
          <a:xfrm rot="16200000">
            <a:off x="11577948" y="230006"/>
            <a:ext cx="844062" cy="384047"/>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291CE83-67BA-4B15-B48A-7DC5C0636664}" type="datetime1">
              <a:rPr lang="en-US" smtClean="0"/>
              <a:pPr/>
              <a:t>7/22/2026</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9313725" y="3338288"/>
            <a:ext cx="5372505" cy="384047"/>
          </a:xfrm>
          <a:prstGeom prst="rect">
            <a:avLst/>
          </a:prstGeom>
          <a:noFill/>
        </p:spPr>
        <p:txBody>
          <a:bodyPr vert="horz" lIns="210312" tIns="45720" rIns="91440" bIns="45720" rtlCol="0" anchor="ctr"/>
          <a:lstStyle>
            <a:lvl1pPr algn="l">
              <a:defRPr sz="1200" b="1" cap="all" spc="300" baseline="0">
                <a:solidFill>
                  <a:schemeClr val="tx1"/>
                </a:solidFill>
                <a:latin typeface="+mj-lt"/>
              </a:defRPr>
            </a:lvl1pPr>
          </a:lstStyle>
          <a:p>
            <a:r>
              <a:rPr lang="en-US" dirty="0"/>
              <a:t>Presentation Title</a:t>
            </a:r>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679259" y="6345258"/>
            <a:ext cx="641433" cy="384048"/>
          </a:xfrm>
          <a:prstGeom prst="rect">
            <a:avLst/>
          </a:prstGeom>
        </p:spPr>
        <p:txBody>
          <a:bodyPr vert="horz" lIns="91440" tIns="45720" rIns="91440" bIns="45720" rtlCol="0" anchor="ctr"/>
          <a:lstStyle>
            <a:lvl1pPr algn="ctr">
              <a:defRPr sz="1400">
                <a:solidFill>
                  <a:schemeClr val="tx1"/>
                </a:solidFill>
              </a:defRPr>
            </a:lvl1pPr>
          </a:lstStyle>
          <a:p>
            <a:fld id="{09A01C0A-2BB6-49E7-91A3-DCB9F9F59583}" type="slidenum">
              <a:rPr lang="en-US" smtClean="0"/>
              <a:pPr/>
              <a:t>‹#›</a:t>
            </a:fld>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625490" y="2220977"/>
            <a:ext cx="10953964" cy="3955986"/>
          </a:xfrm>
          <a:prstGeom prst="rect">
            <a:avLst/>
          </a:prstGeom>
        </p:spPr>
        <p:txBody>
          <a:bodyPr vert="horz" lIns="9144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627058" y="640080"/>
            <a:ext cx="10953964" cy="1095059"/>
          </a:xfrm>
          <a:prstGeom prst="rect">
            <a:avLst/>
          </a:prstGeom>
        </p:spPr>
        <p:txBody>
          <a:bodyPr vert="horz" lIns="91440" tIns="91440" rIns="0" bIns="0" rtlCol="0" anchor="t">
            <a:noAutofit/>
          </a:bodyPr>
          <a:lstStyle/>
          <a:p>
            <a:r>
              <a:rPr lang="en-US"/>
              <a:t>Click to edit Master title style</a:t>
            </a:r>
            <a:endParaRPr lang="en-US" dirty="0"/>
          </a:p>
        </p:txBody>
      </p:sp>
    </p:spTree>
    <p:extLst>
      <p:ext uri="{BB962C8B-B14F-4D97-AF65-F5344CB8AC3E}">
        <p14:creationId xmlns:p14="http://schemas.microsoft.com/office/powerpoint/2010/main" val="3277731622"/>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81"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2" r:id="rId52"/>
    <p:sldLayoutId id="2147483783" r:id="rId53"/>
    <p:sldLayoutId id="2147483784" r:id="rId54"/>
    <p:sldLayoutId id="2147483785" r:id="rId55"/>
    <p:sldLayoutId id="2147483786" r:id="rId56"/>
  </p:sldLayoutIdLst>
  <p:hf hdr="0" ftr="0"/>
  <p:txStyles>
    <p:titleStyle>
      <a:lvl1pPr algn="l" defTabSz="914400" rtl="0" eaLnBrk="1" latinLnBrk="0" hangingPunct="1">
        <a:lnSpc>
          <a:spcPct val="90000"/>
        </a:lnSpc>
        <a:spcBef>
          <a:spcPct val="0"/>
        </a:spcBef>
        <a:buNone/>
        <a:defRPr sz="32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mn-lt"/>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mn-lt"/>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mn-lt"/>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6" orient="horz" pos="2160" userDrawn="1">
          <p15:clr>
            <a:srgbClr val="A4A3A4"/>
          </p15:clr>
        </p15:guide>
        <p15:guide id="27" orient="horz" pos="1152" userDrawn="1">
          <p15:clr>
            <a:srgbClr val="547EBF"/>
          </p15:clr>
        </p15:guide>
        <p15:guide id="28" pos="7440" userDrawn="1">
          <p15:clr>
            <a:srgbClr val="547EBF"/>
          </p15:clr>
        </p15:guide>
        <p15:guide id="29" orient="horz" pos="4080" userDrawn="1">
          <p15:clr>
            <a:srgbClr val="547EBF"/>
          </p15:clr>
        </p15:guide>
        <p15:guide id="30" userDrawn="1">
          <p15:clr>
            <a:srgbClr val="547EBF"/>
          </p15:clr>
        </p15:guide>
        <p15:guide id="31" pos="7680" userDrawn="1">
          <p15:clr>
            <a:srgbClr val="547EBF"/>
          </p15:clr>
        </p15:guide>
        <p15:guide id="32" pos="528" userDrawn="1">
          <p15:clr>
            <a:srgbClr val="547EBF"/>
          </p15:clr>
        </p15:guide>
        <p15:guide id="33" pos="6912" userDrawn="1">
          <p15:clr>
            <a:srgbClr val="547EBF"/>
          </p15:clr>
        </p15:guide>
        <p15:guide id="34" orient="horz" pos="240" userDrawn="1">
          <p15:clr>
            <a:srgbClr val="547EBF"/>
          </p15:clr>
        </p15:guide>
        <p15:guide id="3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548648" y="417445"/>
            <a:ext cx="5091864" cy="3889380"/>
          </a:xfrm>
        </p:spPr>
        <p:txBody>
          <a:bodyPr anchor="b"/>
          <a:lstStyle/>
          <a:p>
            <a:r>
              <a:rPr lang="en-US" sz="2400" dirty="0">
                <a:latin typeface="+mn-lt"/>
              </a:rPr>
              <a:t>Leadership in driving successful teams</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548648" y="4882896"/>
            <a:ext cx="5091864" cy="1557660"/>
          </a:xfrm>
        </p:spPr>
        <p:txBody>
          <a:bodyPr/>
          <a:lstStyle/>
          <a:p>
            <a:r>
              <a:rPr lang="en-US" sz="1400" dirty="0"/>
              <a:t>Ryan Coon</a:t>
            </a:r>
          </a:p>
          <a:p>
            <a:r>
              <a:rPr lang="en-US" sz="1400" dirty="0"/>
              <a:t>SWE-540</a:t>
            </a:r>
          </a:p>
          <a:p>
            <a:r>
              <a:rPr lang="en-US" sz="1400" dirty="0"/>
              <a:t>Professor </a:t>
            </a:r>
            <a:r>
              <a:rPr lang="en-US" sz="1400" dirty="0" err="1"/>
              <a:t>ali</a:t>
            </a:r>
            <a:r>
              <a:rPr lang="en-US" sz="1400" dirty="0"/>
              <a:t> </a:t>
            </a:r>
            <a:r>
              <a:rPr lang="en-US" sz="1400" dirty="0" err="1"/>
              <a:t>wahid</a:t>
            </a:r>
            <a:endParaRPr lang="en-US" sz="1400" dirty="0"/>
          </a:p>
          <a:p>
            <a:r>
              <a:rPr lang="en-US" sz="1400" dirty="0"/>
              <a:t>July 22, 2026</a:t>
            </a:r>
          </a:p>
        </p:txBody>
      </p:sp>
      <p:pic>
        <p:nvPicPr>
          <p:cNvPr id="8" name="Picture Placeholder 7" descr="Low angle view of a building">
            <a:extLst>
              <a:ext uri="{FF2B5EF4-FFF2-40B4-BE49-F238E27FC236}">
                <a16:creationId xmlns:a16="http://schemas.microsoft.com/office/drawing/2014/main" id="{67D960B2-8A54-F8C8-80BB-D238AE8EBA30}"/>
              </a:ext>
            </a:extLst>
          </p:cNvPr>
          <p:cNvPicPr>
            <a:picLocks noGrp="1" noChangeAspect="1"/>
          </p:cNvPicPr>
          <p:nvPr>
            <p:ph type="pic" idx="10"/>
          </p:nvPr>
        </p:nvPicPr>
        <p:blipFill>
          <a:blip r:embed="rId3" cstate="email">
            <a:extLst>
              <a:ext uri="{28A0092B-C50C-407E-A947-70E740481C1C}">
                <a14:useLocalDpi xmlns:a14="http://schemas.microsoft.com/office/drawing/2010/main"/>
              </a:ext>
            </a:extLst>
          </a:blip>
          <a:srcRect/>
          <a:stretch/>
        </p:blipFill>
        <p:spPr>
          <a:xfrm>
            <a:off x="6096000" y="0"/>
            <a:ext cx="6096000" cy="6858000"/>
          </a:xfrm>
        </p:spPr>
      </p:pic>
      <p:sp>
        <p:nvSpPr>
          <p:cNvPr id="5" name="Freeform 4">
            <a:extLst>
              <a:ext uri="{FF2B5EF4-FFF2-40B4-BE49-F238E27FC236}">
                <a16:creationId xmlns:a16="http://schemas.microsoft.com/office/drawing/2014/main" id="{FF45C2C0-54FA-3BF9-54A1-71B2FE171281}"/>
              </a:ext>
              <a:ext uri="{C183D7F6-B498-43B3-948B-1728B52AA6E4}">
                <adec:decorative xmlns:adec="http://schemas.microsoft.com/office/drawing/2017/decorative" val="1"/>
              </a:ext>
            </a:extLst>
          </p:cNvPr>
          <p:cNvSpPr/>
          <p:nvPr/>
        </p:nvSpPr>
        <p:spPr>
          <a:xfrm rot="10800000">
            <a:off x="5796354" y="0"/>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0B7E4-87D1-9DF8-2BCD-A68172322806}"/>
              </a:ext>
            </a:extLst>
          </p:cNvPr>
          <p:cNvSpPr>
            <a:spLocks noGrp="1"/>
          </p:cNvSpPr>
          <p:nvPr>
            <p:ph type="title"/>
          </p:nvPr>
        </p:nvSpPr>
        <p:spPr>
          <a:xfrm>
            <a:off x="6693405" y="142124"/>
            <a:ext cx="4545395" cy="1403873"/>
          </a:xfrm>
        </p:spPr>
        <p:txBody>
          <a:bodyPr/>
          <a:lstStyle/>
          <a:p>
            <a:r>
              <a:rPr lang="en-US" dirty="0">
                <a:latin typeface="+mn-lt"/>
              </a:rPr>
              <a:t>Table of Contents</a:t>
            </a:r>
          </a:p>
        </p:txBody>
      </p:sp>
      <p:pic>
        <p:nvPicPr>
          <p:cNvPr id="8" name="Picture Placeholder 7" descr="A low angle view of a building">
            <a:extLst>
              <a:ext uri="{FF2B5EF4-FFF2-40B4-BE49-F238E27FC236}">
                <a16:creationId xmlns:a16="http://schemas.microsoft.com/office/drawing/2014/main" id="{AFF7F30A-06E2-1254-EFDC-365D67894AF7}"/>
              </a:ext>
            </a:extLst>
          </p:cNvPr>
          <p:cNvPicPr>
            <a:picLocks noGrp="1" noChangeAspect="1"/>
          </p:cNvPicPr>
          <p:nvPr>
            <p:ph type="pic" sz="quarter" idx="11"/>
          </p:nvPr>
        </p:nvPicPr>
        <p:blipFill>
          <a:blip r:embed="rId2" cstate="email">
            <a:extLst>
              <a:ext uri="{28A0092B-C50C-407E-A947-70E740481C1C}">
                <a14:useLocalDpi xmlns:a14="http://schemas.microsoft.com/office/drawing/2010/main"/>
              </a:ext>
            </a:extLst>
          </a:blip>
          <a:srcRect/>
          <a:stretch/>
        </p:blipFill>
        <p:spPr/>
      </p:pic>
      <p:sp>
        <p:nvSpPr>
          <p:cNvPr id="4" name="Content Placeholder 3">
            <a:extLst>
              <a:ext uri="{FF2B5EF4-FFF2-40B4-BE49-F238E27FC236}">
                <a16:creationId xmlns:a16="http://schemas.microsoft.com/office/drawing/2014/main" id="{83219047-1F62-2428-464F-F9BE9A699E18}"/>
              </a:ext>
            </a:extLst>
          </p:cNvPr>
          <p:cNvSpPr>
            <a:spLocks noGrp="1"/>
          </p:cNvSpPr>
          <p:nvPr>
            <p:ph type="body" idx="1"/>
          </p:nvPr>
        </p:nvSpPr>
        <p:spPr>
          <a:xfrm>
            <a:off x="6096000" y="1670125"/>
            <a:ext cx="5711951" cy="3843707"/>
          </a:xfrm>
        </p:spPr>
        <p:txBody>
          <a:bodyPr/>
          <a:lstStyle/>
          <a:p>
            <a:pPr marL="285750" lvl="0" indent="-285750">
              <a:buFont typeface="Arial" panose="020B0604020202020204" pitchFamily="34" charset="0"/>
              <a:buChar char="•"/>
            </a:pPr>
            <a:r>
              <a:rPr lang="en-US" dirty="0"/>
              <a:t>Requirements to be a leader in an Agile environment</a:t>
            </a:r>
          </a:p>
          <a:p>
            <a:pPr marL="285750" lvl="0" indent="-285750">
              <a:buFont typeface="Arial" panose="020B0604020202020204" pitchFamily="34" charset="0"/>
              <a:buChar char="•"/>
            </a:pPr>
            <a:r>
              <a:rPr lang="en-US" dirty="0"/>
              <a:t>The role of the Agile leader</a:t>
            </a:r>
          </a:p>
          <a:p>
            <a:pPr marL="285750" lvl="0" indent="-285750">
              <a:buFont typeface="Arial" panose="020B0604020202020204" pitchFamily="34" charset="0"/>
              <a:buChar char="•"/>
            </a:pPr>
            <a:r>
              <a:rPr lang="en-US" dirty="0"/>
              <a:t>When the bur</a:t>
            </a:r>
            <a:r>
              <a:rPr lang="en-US" b="1" dirty="0"/>
              <a:t>n</a:t>
            </a:r>
            <a:r>
              <a:rPr lang="en-US" dirty="0"/>
              <a:t>down chart shows the Sprint is at risk</a:t>
            </a:r>
          </a:p>
          <a:p>
            <a:pPr marL="285750" lvl="0" indent="-285750">
              <a:buFont typeface="Arial" panose="020B0604020202020204" pitchFamily="34" charset="0"/>
              <a:buChar char="•"/>
            </a:pPr>
            <a:r>
              <a:rPr lang="en-US" dirty="0"/>
              <a:t>Leadership technique I would use</a:t>
            </a:r>
          </a:p>
          <a:p>
            <a:pPr marL="285750" lvl="0" indent="-285750">
              <a:buFont typeface="Arial" panose="020B0604020202020204" pitchFamily="34" charset="0"/>
              <a:buChar char="•"/>
            </a:pPr>
            <a:r>
              <a:rPr lang="en-US" dirty="0"/>
              <a:t>How I cultivate successful teams</a:t>
            </a:r>
          </a:p>
          <a:p>
            <a:pPr marL="285750" lvl="0" indent="-285750">
              <a:buFont typeface="Arial" panose="020B0604020202020204" pitchFamily="34" charset="0"/>
              <a:buChar char="•"/>
            </a:pPr>
            <a:r>
              <a:rPr lang="en-US" dirty="0"/>
              <a:t>Team success in Agile</a:t>
            </a:r>
          </a:p>
          <a:p>
            <a:pPr marL="285750" lvl="0" indent="-285750">
              <a:buFont typeface="Arial" panose="020B0604020202020204" pitchFamily="34" charset="0"/>
              <a:buChar char="•"/>
            </a:pPr>
            <a:r>
              <a:rPr lang="en-US" dirty="0"/>
              <a:t>Christian Worldview</a:t>
            </a:r>
          </a:p>
          <a:p>
            <a:pPr marL="285750" lvl="0" indent="-285750">
              <a:buFont typeface="Arial" panose="020B0604020202020204" pitchFamily="34" charset="0"/>
              <a:buChar char="•"/>
            </a:pPr>
            <a:r>
              <a:rPr lang="en-US" dirty="0"/>
              <a:t>Enriching human flourishing as a leader</a:t>
            </a:r>
          </a:p>
          <a:p>
            <a:pPr marL="285750" lvl="0" indent="-285750">
              <a:buFont typeface="Arial" panose="020B0604020202020204" pitchFamily="34" charset="0"/>
              <a:buChar char="•"/>
            </a:pPr>
            <a:r>
              <a:rPr lang="en-US" dirty="0"/>
              <a:t>Conclusion</a:t>
            </a:r>
          </a:p>
        </p:txBody>
      </p:sp>
      <p:sp>
        <p:nvSpPr>
          <p:cNvPr id="5" name="Date Placeholder 4">
            <a:extLst>
              <a:ext uri="{FF2B5EF4-FFF2-40B4-BE49-F238E27FC236}">
                <a16:creationId xmlns:a16="http://schemas.microsoft.com/office/drawing/2014/main" id="{C34E01D7-D5A2-573E-0B3E-82CCD82A9701}"/>
              </a:ext>
            </a:extLst>
          </p:cNvPr>
          <p:cNvSpPr>
            <a:spLocks noGrp="1"/>
          </p:cNvSpPr>
          <p:nvPr>
            <p:ph type="dt" sz="half" idx="10"/>
          </p:nvPr>
        </p:nvSpPr>
        <p:spPr/>
        <p:txBody>
          <a:bodyPr/>
          <a:lstStyle/>
          <a:p>
            <a:fld id="{1A5F77D0-C28E-4573-88F0-0A30FF98888E}" type="datetime1">
              <a:rPr lang="en-US" smtClean="0"/>
              <a:t>7/22/2026</a:t>
            </a:fld>
            <a:endParaRPr lang="en-US" dirty="0"/>
          </a:p>
        </p:txBody>
      </p:sp>
      <p:sp>
        <p:nvSpPr>
          <p:cNvPr id="6" name="Slide Number Placeholder 5">
            <a:extLst>
              <a:ext uri="{FF2B5EF4-FFF2-40B4-BE49-F238E27FC236}">
                <a16:creationId xmlns:a16="http://schemas.microsoft.com/office/drawing/2014/main" id="{866B564D-A64D-582E-17B4-676B58406834}"/>
              </a:ext>
            </a:extLst>
          </p:cNvPr>
          <p:cNvSpPr>
            <a:spLocks noGrp="1"/>
          </p:cNvSpPr>
          <p:nvPr>
            <p:ph type="sldNum" sz="quarter" idx="13"/>
          </p:nvPr>
        </p:nvSpPr>
        <p:spPr/>
        <p:txBody>
          <a:bodyPr/>
          <a:lstStyle/>
          <a:p>
            <a:fld id="{CC057153-B650-4DEB-B370-79DDCFDCE934}" type="slidenum">
              <a:rPr lang="en-US" smtClean="0"/>
              <a:t>2</a:t>
            </a:fld>
            <a:endParaRPr lang="en-US" dirty="0"/>
          </a:p>
        </p:txBody>
      </p:sp>
    </p:spTree>
    <p:extLst>
      <p:ext uri="{BB962C8B-B14F-4D97-AF65-F5344CB8AC3E}">
        <p14:creationId xmlns:p14="http://schemas.microsoft.com/office/powerpoint/2010/main" val="1540878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13840-7D4B-AD5A-7C3C-471FA925D87E}"/>
              </a:ext>
            </a:extLst>
          </p:cNvPr>
          <p:cNvSpPr>
            <a:spLocks noGrp="1"/>
          </p:cNvSpPr>
          <p:nvPr>
            <p:ph type="ctrTitle"/>
          </p:nvPr>
        </p:nvSpPr>
        <p:spPr>
          <a:xfrm>
            <a:off x="1431542" y="1683766"/>
            <a:ext cx="8933690" cy="4110228"/>
          </a:xfrm>
        </p:spPr>
        <p:txBody>
          <a:bodyPr>
            <a:noAutofit/>
          </a:bodyPr>
          <a:lstStyle/>
          <a:p>
            <a:pPr algn="ctr"/>
            <a:r>
              <a:rPr lang="en-US" sz="1400" dirty="0">
                <a:latin typeface="+mn-lt"/>
              </a:rPr>
              <a:t>Strong communication skills</a:t>
            </a:r>
            <a:br>
              <a:rPr lang="en-US" sz="1400" dirty="0">
                <a:latin typeface="+mn-lt"/>
              </a:rPr>
            </a:br>
            <a:br>
              <a:rPr lang="en-US" sz="1400" dirty="0">
                <a:latin typeface="+mn-lt"/>
              </a:rPr>
            </a:br>
            <a:r>
              <a:rPr lang="en-US" sz="1400" dirty="0">
                <a:latin typeface="+mn-lt"/>
              </a:rPr>
              <a:t>adaptability and flexibility</a:t>
            </a:r>
            <a:br>
              <a:rPr lang="en-US" sz="1400" dirty="0">
                <a:latin typeface="+mn-lt"/>
              </a:rPr>
            </a:br>
            <a:br>
              <a:rPr lang="en-US" sz="1400" dirty="0">
                <a:latin typeface="+mn-lt"/>
              </a:rPr>
            </a:br>
            <a:r>
              <a:rPr lang="en-US" sz="1400" dirty="0">
                <a:latin typeface="+mn-lt"/>
              </a:rPr>
              <a:t>servant leadership mindset</a:t>
            </a:r>
            <a:br>
              <a:rPr lang="en-US" sz="1400" dirty="0">
                <a:latin typeface="+mn-lt"/>
              </a:rPr>
            </a:br>
            <a:br>
              <a:rPr lang="en-US" sz="1400" dirty="0">
                <a:latin typeface="+mn-lt"/>
              </a:rPr>
            </a:br>
            <a:r>
              <a:rPr lang="en-US" sz="1400" dirty="0">
                <a:latin typeface="+mn-lt"/>
              </a:rPr>
              <a:t>collaboration and team empowerment</a:t>
            </a:r>
            <a:br>
              <a:rPr lang="en-US" sz="1400" dirty="0">
                <a:latin typeface="+mn-lt"/>
              </a:rPr>
            </a:br>
            <a:br>
              <a:rPr lang="en-US" sz="1400" dirty="0">
                <a:latin typeface="+mn-lt"/>
              </a:rPr>
            </a:br>
            <a:r>
              <a:rPr lang="en-US" sz="1400" dirty="0">
                <a:latin typeface="+mn-lt"/>
              </a:rPr>
              <a:t>decision-making and problem-solving</a:t>
            </a:r>
            <a:br>
              <a:rPr lang="en-US" sz="1400" dirty="0">
                <a:latin typeface="+mn-lt"/>
              </a:rPr>
            </a:br>
            <a:br>
              <a:rPr lang="en-US" sz="1400" dirty="0">
                <a:latin typeface="+mn-lt"/>
              </a:rPr>
            </a:br>
            <a:r>
              <a:rPr lang="en-US" sz="1400" dirty="0">
                <a:latin typeface="+mn-lt"/>
              </a:rPr>
              <a:t>commitment to continuous improvement</a:t>
            </a:r>
            <a:br>
              <a:rPr lang="en-US" sz="1400" dirty="0">
                <a:latin typeface="+mn-lt"/>
              </a:rPr>
            </a:br>
            <a:br>
              <a:rPr lang="en-US" sz="1400" dirty="0">
                <a:latin typeface="+mn-lt"/>
              </a:rPr>
            </a:br>
            <a:r>
              <a:rPr lang="en-US" sz="1400" dirty="0">
                <a:latin typeface="+mn-lt"/>
              </a:rPr>
              <a:t>emotional intelligence</a:t>
            </a:r>
            <a:br>
              <a:rPr lang="en-US" sz="1400" dirty="0">
                <a:latin typeface="+mn-lt"/>
              </a:rPr>
            </a:br>
            <a:br>
              <a:rPr lang="en-US" sz="1400" dirty="0">
                <a:latin typeface="+mn-lt"/>
              </a:rPr>
            </a:br>
            <a:endParaRPr lang="en-US" sz="1400" dirty="0">
              <a:latin typeface="+mn-lt"/>
            </a:endParaRPr>
          </a:p>
        </p:txBody>
      </p:sp>
      <p:sp>
        <p:nvSpPr>
          <p:cNvPr id="4" name="Date Placeholder 3">
            <a:extLst>
              <a:ext uri="{FF2B5EF4-FFF2-40B4-BE49-F238E27FC236}">
                <a16:creationId xmlns:a16="http://schemas.microsoft.com/office/drawing/2014/main" id="{4ED7C4F5-087C-890E-407E-12295957360B}"/>
              </a:ext>
            </a:extLst>
          </p:cNvPr>
          <p:cNvSpPr>
            <a:spLocks noGrp="1"/>
          </p:cNvSpPr>
          <p:nvPr>
            <p:ph type="dt" sz="half" idx="10"/>
          </p:nvPr>
        </p:nvSpPr>
        <p:spPr>
          <a:xfrm rot="16200000">
            <a:off x="11577948" y="230006"/>
            <a:ext cx="844062" cy="384047"/>
          </a:xfrm>
        </p:spPr>
        <p:txBody>
          <a:bodyPr/>
          <a:lstStyle/>
          <a:p>
            <a:fld id="{29247CA6-BC1D-429A-A289-4E939E49554A}" type="datetime1">
              <a:rPr lang="en-US" smtClean="0"/>
              <a:pPr/>
              <a:t>7/22/2026</a:t>
            </a:fld>
            <a:endParaRPr lang="en-US" dirty="0"/>
          </a:p>
        </p:txBody>
      </p:sp>
      <p:sp>
        <p:nvSpPr>
          <p:cNvPr id="5" name="Slide Number Placeholder 4">
            <a:extLst>
              <a:ext uri="{FF2B5EF4-FFF2-40B4-BE49-F238E27FC236}">
                <a16:creationId xmlns:a16="http://schemas.microsoft.com/office/drawing/2014/main" id="{6C83EDFD-C1FC-03CD-6360-5D9F82541064}"/>
              </a:ext>
            </a:extLst>
          </p:cNvPr>
          <p:cNvSpPr>
            <a:spLocks noGrp="1"/>
          </p:cNvSpPr>
          <p:nvPr>
            <p:ph type="sldNum" sz="quarter" idx="12"/>
          </p:nvPr>
        </p:nvSpPr>
        <p:spPr>
          <a:xfrm rot="16200000">
            <a:off x="11679259" y="6345258"/>
            <a:ext cx="641433" cy="384048"/>
          </a:xfrm>
        </p:spPr>
        <p:txBody>
          <a:bodyPr/>
          <a:lstStyle/>
          <a:p>
            <a:fld id="{CC057153-B650-4DEB-B370-79DDCFDCE934}" type="slidenum">
              <a:rPr lang="en-US" smtClean="0"/>
              <a:pPr/>
              <a:t>3</a:t>
            </a:fld>
            <a:endParaRPr lang="en-US" dirty="0"/>
          </a:p>
        </p:txBody>
      </p:sp>
      <p:sp>
        <p:nvSpPr>
          <p:cNvPr id="3" name="TextBox 2">
            <a:extLst>
              <a:ext uri="{FF2B5EF4-FFF2-40B4-BE49-F238E27FC236}">
                <a16:creationId xmlns:a16="http://schemas.microsoft.com/office/drawing/2014/main" id="{CD1AC06A-0EAD-5F1B-7E15-9105A32F7148}"/>
              </a:ext>
            </a:extLst>
          </p:cNvPr>
          <p:cNvSpPr txBox="1"/>
          <p:nvPr/>
        </p:nvSpPr>
        <p:spPr>
          <a:xfrm>
            <a:off x="1362029" y="625340"/>
            <a:ext cx="7599516" cy="738664"/>
          </a:xfrm>
          <a:prstGeom prst="rect">
            <a:avLst/>
          </a:prstGeom>
          <a:noFill/>
        </p:spPr>
        <p:txBody>
          <a:bodyPr wrap="none" rtlCol="0">
            <a:spAutoFit/>
          </a:bodyPr>
          <a:lstStyle/>
          <a:p>
            <a:r>
              <a:rPr lang="en-US" sz="2400" dirty="0"/>
              <a:t>Requirements to Be a Leader in an Agile Environment</a:t>
            </a:r>
          </a:p>
          <a:p>
            <a:r>
              <a:rPr lang="en-US" dirty="0"/>
              <a:t> </a:t>
            </a:r>
          </a:p>
        </p:txBody>
      </p:sp>
    </p:spTree>
    <p:extLst>
      <p:ext uri="{BB962C8B-B14F-4D97-AF65-F5344CB8AC3E}">
        <p14:creationId xmlns:p14="http://schemas.microsoft.com/office/powerpoint/2010/main" val="215360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3EC92-526E-8262-53B5-F0AF7F1E43A8}"/>
              </a:ext>
            </a:extLst>
          </p:cNvPr>
          <p:cNvSpPr>
            <a:spLocks noGrp="1"/>
          </p:cNvSpPr>
          <p:nvPr>
            <p:ph type="title"/>
          </p:nvPr>
        </p:nvSpPr>
        <p:spPr>
          <a:xfrm>
            <a:off x="2411098" y="341399"/>
            <a:ext cx="7065003" cy="600074"/>
          </a:xfrm>
        </p:spPr>
        <p:txBody>
          <a:bodyPr/>
          <a:lstStyle/>
          <a:p>
            <a:r>
              <a:rPr lang="en-US" sz="2400" b="0" dirty="0">
                <a:latin typeface="+mn-lt"/>
              </a:rPr>
              <a:t>The role of the agile leader</a:t>
            </a:r>
          </a:p>
        </p:txBody>
      </p:sp>
      <p:sp>
        <p:nvSpPr>
          <p:cNvPr id="4" name="Text Placeholder 3">
            <a:extLst>
              <a:ext uri="{FF2B5EF4-FFF2-40B4-BE49-F238E27FC236}">
                <a16:creationId xmlns:a16="http://schemas.microsoft.com/office/drawing/2014/main" id="{7CF11C81-A4EA-16BC-B023-A1233E306AAE}"/>
              </a:ext>
            </a:extLst>
          </p:cNvPr>
          <p:cNvSpPr>
            <a:spLocks noGrp="1"/>
          </p:cNvSpPr>
          <p:nvPr>
            <p:ph sz="quarter" idx="14"/>
          </p:nvPr>
        </p:nvSpPr>
        <p:spPr>
          <a:xfrm>
            <a:off x="548647" y="2633471"/>
            <a:ext cx="11146529" cy="3583093"/>
          </a:xfrm>
        </p:spPr>
        <p:txBody>
          <a:bodyPr/>
          <a:lstStyle/>
          <a:p>
            <a:pPr algn="ctr"/>
            <a:r>
              <a:rPr lang="en-US" dirty="0"/>
              <a:t>Facilitates rather than controls</a:t>
            </a:r>
          </a:p>
          <a:p>
            <a:pPr algn="ctr"/>
            <a:r>
              <a:rPr lang="en-US" dirty="0"/>
              <a:t>Removes blockers and obstacles</a:t>
            </a:r>
          </a:p>
          <a:p>
            <a:pPr algn="ctr"/>
            <a:r>
              <a:rPr lang="en-US" dirty="0"/>
              <a:t>Supports team autonomy</a:t>
            </a:r>
          </a:p>
          <a:p>
            <a:pPr algn="ctr"/>
            <a:r>
              <a:rPr lang="en-US" dirty="0"/>
              <a:t>Encourages transparency</a:t>
            </a:r>
          </a:p>
          <a:p>
            <a:pPr algn="ctr"/>
            <a:r>
              <a:rPr lang="en-US" dirty="0"/>
              <a:t>Promotes accountability</a:t>
            </a:r>
          </a:p>
          <a:p>
            <a:pPr algn="ctr"/>
            <a:r>
              <a:rPr lang="en-US" dirty="0"/>
              <a:t>Aligns team efforts with customer value</a:t>
            </a:r>
          </a:p>
          <a:p>
            <a:r>
              <a:rPr lang="en-US" dirty="0"/>
              <a:t> </a:t>
            </a:r>
          </a:p>
        </p:txBody>
      </p:sp>
      <p:sp>
        <p:nvSpPr>
          <p:cNvPr id="5" name="Date Placeholder 4">
            <a:extLst>
              <a:ext uri="{FF2B5EF4-FFF2-40B4-BE49-F238E27FC236}">
                <a16:creationId xmlns:a16="http://schemas.microsoft.com/office/drawing/2014/main" id="{FB50F74D-615D-90B9-C82A-C8BD0ECE27D0}"/>
              </a:ext>
            </a:extLst>
          </p:cNvPr>
          <p:cNvSpPr>
            <a:spLocks noGrp="1"/>
          </p:cNvSpPr>
          <p:nvPr>
            <p:ph type="dt" sz="half" idx="15"/>
          </p:nvPr>
        </p:nvSpPr>
        <p:spPr/>
        <p:txBody>
          <a:bodyPr/>
          <a:lstStyle/>
          <a:p>
            <a:fld id="{043CF65F-0E21-48DE-8D75-4BF66A547E8E}" type="datetime1">
              <a:rPr lang="en-US" smtClean="0"/>
              <a:pPr/>
              <a:t>7/22/2026</a:t>
            </a:fld>
            <a:endParaRPr lang="en-US" dirty="0"/>
          </a:p>
        </p:txBody>
      </p:sp>
      <p:sp>
        <p:nvSpPr>
          <p:cNvPr id="6" name="Slide Number Placeholder 5">
            <a:extLst>
              <a:ext uri="{FF2B5EF4-FFF2-40B4-BE49-F238E27FC236}">
                <a16:creationId xmlns:a16="http://schemas.microsoft.com/office/drawing/2014/main" id="{CC69D1F7-45DB-291B-3555-614D1BC22946}"/>
              </a:ext>
            </a:extLst>
          </p:cNvPr>
          <p:cNvSpPr>
            <a:spLocks noGrp="1"/>
          </p:cNvSpPr>
          <p:nvPr>
            <p:ph type="sldNum" sz="quarter" idx="17"/>
          </p:nvPr>
        </p:nvSpPr>
        <p:spPr/>
        <p:txBody>
          <a:bodyPr/>
          <a:lstStyle/>
          <a:p>
            <a:fld id="{CC057153-B650-4DEB-B370-79DDCFDCE934}" type="slidenum">
              <a:rPr lang="en-US" smtClean="0"/>
              <a:pPr/>
              <a:t>4</a:t>
            </a:fld>
            <a:endParaRPr lang="en-US" dirty="0"/>
          </a:p>
        </p:txBody>
      </p:sp>
      <p:sp>
        <p:nvSpPr>
          <p:cNvPr id="7" name="Freeform 6">
            <a:extLst>
              <a:ext uri="{FF2B5EF4-FFF2-40B4-BE49-F238E27FC236}">
                <a16:creationId xmlns:a16="http://schemas.microsoft.com/office/drawing/2014/main" id="{4B0D0C0D-89F9-C314-0A74-E0433067F0A5}"/>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3" name="AutoShape 2" descr="react">
            <a:extLst>
              <a:ext uri="{FF2B5EF4-FFF2-40B4-BE49-F238E27FC236}">
                <a16:creationId xmlns:a16="http://schemas.microsoft.com/office/drawing/2014/main" id="{22841E30-4488-5C0E-233E-2881543FDCB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17770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BE1B3-474F-D110-BAD7-4D78EBC838CB}"/>
              </a:ext>
            </a:extLst>
          </p:cNvPr>
          <p:cNvSpPr>
            <a:spLocks noGrp="1"/>
          </p:cNvSpPr>
          <p:nvPr>
            <p:ph type="title"/>
          </p:nvPr>
        </p:nvSpPr>
        <p:spPr>
          <a:xfrm>
            <a:off x="2436498" y="174187"/>
            <a:ext cx="7319003" cy="1013263"/>
          </a:xfrm>
        </p:spPr>
        <p:txBody>
          <a:bodyPr>
            <a:noAutofit/>
          </a:bodyPr>
          <a:lstStyle/>
          <a:p>
            <a:r>
              <a:rPr lang="en-US" sz="2400" b="0" dirty="0">
                <a:latin typeface="+mn-lt"/>
              </a:rPr>
              <a:t>When the Burndown Chart Shows the Sprint Is at Risk</a:t>
            </a:r>
          </a:p>
        </p:txBody>
      </p:sp>
      <p:sp>
        <p:nvSpPr>
          <p:cNvPr id="4" name="Content Placeholder 3">
            <a:extLst>
              <a:ext uri="{FF2B5EF4-FFF2-40B4-BE49-F238E27FC236}">
                <a16:creationId xmlns:a16="http://schemas.microsoft.com/office/drawing/2014/main" id="{3E9A9125-83DF-A70A-A024-4E849963BA49}"/>
              </a:ext>
            </a:extLst>
          </p:cNvPr>
          <p:cNvSpPr>
            <a:spLocks noGrp="1"/>
          </p:cNvSpPr>
          <p:nvPr>
            <p:ph sz="quarter" idx="14"/>
          </p:nvPr>
        </p:nvSpPr>
        <p:spPr>
          <a:xfrm>
            <a:off x="2971308" y="1742438"/>
            <a:ext cx="6249382" cy="3373123"/>
          </a:xfrm>
        </p:spPr>
        <p:txBody>
          <a:bodyPr/>
          <a:lstStyle/>
          <a:p>
            <a:pPr algn="ctr"/>
            <a:r>
              <a:rPr lang="en-US" sz="1800" dirty="0"/>
              <a:t>Review sprint progress immediately</a:t>
            </a:r>
          </a:p>
          <a:p>
            <a:pPr algn="ctr"/>
            <a:r>
              <a:rPr lang="en-US" sz="1800" dirty="0"/>
              <a:t>Identify causes of delay</a:t>
            </a:r>
          </a:p>
          <a:p>
            <a:pPr algn="ctr"/>
            <a:r>
              <a:rPr lang="en-US" sz="1800" dirty="0"/>
              <a:t>Reprioritize remaining work</a:t>
            </a:r>
          </a:p>
          <a:p>
            <a:pPr algn="ctr"/>
            <a:r>
              <a:rPr lang="en-US" sz="1800" dirty="0"/>
              <a:t>Remove blockers quickly</a:t>
            </a:r>
          </a:p>
          <a:p>
            <a:pPr algn="ctr"/>
            <a:r>
              <a:rPr lang="en-US" sz="1800" dirty="0"/>
              <a:t>Communicate openly with team and stakeholders</a:t>
            </a:r>
          </a:p>
          <a:p>
            <a:pPr algn="ctr"/>
            <a:r>
              <a:rPr lang="en-US" sz="1800" dirty="0"/>
              <a:t>Focus on the sprint goal</a:t>
            </a:r>
          </a:p>
        </p:txBody>
      </p:sp>
      <p:sp>
        <p:nvSpPr>
          <p:cNvPr id="5" name="Date Placeholder 4">
            <a:extLst>
              <a:ext uri="{FF2B5EF4-FFF2-40B4-BE49-F238E27FC236}">
                <a16:creationId xmlns:a16="http://schemas.microsoft.com/office/drawing/2014/main" id="{216007FB-6075-C704-F7E5-4F6DD2FD9A7D}"/>
              </a:ext>
            </a:extLst>
          </p:cNvPr>
          <p:cNvSpPr>
            <a:spLocks noGrp="1"/>
          </p:cNvSpPr>
          <p:nvPr>
            <p:ph type="dt" sz="half" idx="10"/>
          </p:nvPr>
        </p:nvSpPr>
        <p:spPr/>
        <p:txBody>
          <a:bodyPr/>
          <a:lstStyle/>
          <a:p>
            <a:fld id="{D73859A7-84EB-4384-87AF-59CC16704CF8}" type="datetime1">
              <a:rPr lang="en-US" smtClean="0"/>
              <a:t>7/22/2026</a:t>
            </a:fld>
            <a:endParaRPr lang="en-US" dirty="0"/>
          </a:p>
        </p:txBody>
      </p:sp>
      <p:sp>
        <p:nvSpPr>
          <p:cNvPr id="6" name="Slide Number Placeholder 5">
            <a:extLst>
              <a:ext uri="{FF2B5EF4-FFF2-40B4-BE49-F238E27FC236}">
                <a16:creationId xmlns:a16="http://schemas.microsoft.com/office/drawing/2014/main" id="{ACA7501D-D6CD-29A2-36D5-7BCAF9A10C91}"/>
              </a:ext>
            </a:extLst>
          </p:cNvPr>
          <p:cNvSpPr>
            <a:spLocks noGrp="1"/>
          </p:cNvSpPr>
          <p:nvPr>
            <p:ph type="sldNum" sz="quarter" idx="12"/>
          </p:nvPr>
        </p:nvSpPr>
        <p:spPr/>
        <p:txBody>
          <a:bodyPr/>
          <a:lstStyle/>
          <a:p>
            <a:fld id="{CC057153-B650-4DEB-B370-79DDCFDCE934}" type="slidenum">
              <a:rPr lang="en-US" smtClean="0"/>
              <a:t>5</a:t>
            </a:fld>
            <a:endParaRPr lang="en-US" dirty="0"/>
          </a:p>
        </p:txBody>
      </p:sp>
    </p:spTree>
    <p:extLst>
      <p:ext uri="{BB962C8B-B14F-4D97-AF65-F5344CB8AC3E}">
        <p14:creationId xmlns:p14="http://schemas.microsoft.com/office/powerpoint/2010/main" val="205939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C4C0D-6F0D-8E68-EDFA-3F6640F9F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0E260-66B4-6009-8165-3D9D47E3AF02}"/>
              </a:ext>
            </a:extLst>
          </p:cNvPr>
          <p:cNvSpPr>
            <a:spLocks noGrp="1"/>
          </p:cNvSpPr>
          <p:nvPr>
            <p:ph type="title"/>
          </p:nvPr>
        </p:nvSpPr>
        <p:spPr>
          <a:xfrm>
            <a:off x="1722123" y="285750"/>
            <a:ext cx="8442953" cy="492124"/>
          </a:xfrm>
        </p:spPr>
        <p:txBody>
          <a:bodyPr/>
          <a:lstStyle/>
          <a:p>
            <a:r>
              <a:rPr lang="en-US" sz="2400" b="0" dirty="0">
                <a:latin typeface="+mn-lt"/>
              </a:rPr>
              <a:t>Leadership Technique I Would Use</a:t>
            </a:r>
          </a:p>
        </p:txBody>
      </p:sp>
      <p:sp>
        <p:nvSpPr>
          <p:cNvPr id="4" name="Text Placeholder 3">
            <a:extLst>
              <a:ext uri="{FF2B5EF4-FFF2-40B4-BE49-F238E27FC236}">
                <a16:creationId xmlns:a16="http://schemas.microsoft.com/office/drawing/2014/main" id="{5F9DEDBF-470D-2011-E288-ED5CB16E6465}"/>
              </a:ext>
            </a:extLst>
          </p:cNvPr>
          <p:cNvSpPr>
            <a:spLocks noGrp="1"/>
          </p:cNvSpPr>
          <p:nvPr>
            <p:ph sz="quarter" idx="14"/>
          </p:nvPr>
        </p:nvSpPr>
        <p:spPr>
          <a:xfrm>
            <a:off x="548647" y="2633472"/>
            <a:ext cx="11146529" cy="2398906"/>
          </a:xfrm>
        </p:spPr>
        <p:txBody>
          <a:bodyPr/>
          <a:lstStyle/>
          <a:p>
            <a:pPr algn="ctr"/>
            <a:r>
              <a:rPr lang="en-US" b="1" dirty="0"/>
              <a:t>Servant Leadership with Collaborative Problem-Solving</a:t>
            </a:r>
            <a:endParaRPr lang="en-US" dirty="0"/>
          </a:p>
          <a:p>
            <a:pPr algn="ctr"/>
            <a:r>
              <a:rPr lang="en-US" dirty="0"/>
              <a:t>Facilitate a focused team discussion</a:t>
            </a:r>
          </a:p>
          <a:p>
            <a:pPr algn="ctr"/>
            <a:r>
              <a:rPr lang="en-US" dirty="0"/>
              <a:t>Ask what is blocking progress</a:t>
            </a:r>
          </a:p>
          <a:p>
            <a:pPr algn="ctr"/>
            <a:r>
              <a:rPr lang="en-US" dirty="0"/>
              <a:t>Support realistic workload adjustments</a:t>
            </a:r>
          </a:p>
          <a:p>
            <a:pPr algn="ctr"/>
            <a:r>
              <a:rPr lang="en-US" dirty="0"/>
              <a:t>Protect team morale</a:t>
            </a:r>
          </a:p>
          <a:p>
            <a:pPr algn="ctr"/>
            <a:r>
              <a:rPr lang="en-US" dirty="0"/>
              <a:t>Encourage ownership without blame</a:t>
            </a:r>
          </a:p>
          <a:p>
            <a:pPr algn="ctr"/>
            <a:r>
              <a:rPr lang="en-US" dirty="0"/>
              <a:t>Escalate issues when necessary</a:t>
            </a:r>
          </a:p>
        </p:txBody>
      </p:sp>
      <p:sp>
        <p:nvSpPr>
          <p:cNvPr id="5" name="Date Placeholder 4">
            <a:extLst>
              <a:ext uri="{FF2B5EF4-FFF2-40B4-BE49-F238E27FC236}">
                <a16:creationId xmlns:a16="http://schemas.microsoft.com/office/drawing/2014/main" id="{A5047133-88D3-3105-21CC-6431B52A3069}"/>
              </a:ext>
            </a:extLst>
          </p:cNvPr>
          <p:cNvSpPr>
            <a:spLocks noGrp="1"/>
          </p:cNvSpPr>
          <p:nvPr>
            <p:ph type="dt" sz="half" idx="15"/>
          </p:nvPr>
        </p:nvSpPr>
        <p:spPr/>
        <p:txBody>
          <a:bodyPr/>
          <a:lstStyle/>
          <a:p>
            <a:fld id="{043CF65F-0E21-48DE-8D75-4BF66A547E8E}" type="datetime1">
              <a:rPr lang="en-US" smtClean="0"/>
              <a:pPr/>
              <a:t>7/22/2026</a:t>
            </a:fld>
            <a:endParaRPr lang="en-US" dirty="0"/>
          </a:p>
        </p:txBody>
      </p:sp>
      <p:sp>
        <p:nvSpPr>
          <p:cNvPr id="6" name="Slide Number Placeholder 5">
            <a:extLst>
              <a:ext uri="{FF2B5EF4-FFF2-40B4-BE49-F238E27FC236}">
                <a16:creationId xmlns:a16="http://schemas.microsoft.com/office/drawing/2014/main" id="{2DC5F611-B3DA-8F94-5BFF-E9302323CDB0}"/>
              </a:ext>
            </a:extLst>
          </p:cNvPr>
          <p:cNvSpPr>
            <a:spLocks noGrp="1"/>
          </p:cNvSpPr>
          <p:nvPr>
            <p:ph type="sldNum" sz="quarter" idx="17"/>
          </p:nvPr>
        </p:nvSpPr>
        <p:spPr/>
        <p:txBody>
          <a:bodyPr/>
          <a:lstStyle/>
          <a:p>
            <a:fld id="{CC057153-B650-4DEB-B370-79DDCFDCE934}" type="slidenum">
              <a:rPr lang="en-US" smtClean="0"/>
              <a:pPr/>
              <a:t>6</a:t>
            </a:fld>
            <a:endParaRPr lang="en-US" dirty="0"/>
          </a:p>
        </p:txBody>
      </p:sp>
      <p:sp>
        <p:nvSpPr>
          <p:cNvPr id="7" name="Freeform 6">
            <a:extLst>
              <a:ext uri="{FF2B5EF4-FFF2-40B4-BE49-F238E27FC236}">
                <a16:creationId xmlns:a16="http://schemas.microsoft.com/office/drawing/2014/main" id="{C39566B7-9998-4867-F55F-029A9EF3E93F}"/>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3" name="AutoShape 2" descr="react">
            <a:extLst>
              <a:ext uri="{FF2B5EF4-FFF2-40B4-BE49-F238E27FC236}">
                <a16:creationId xmlns:a16="http://schemas.microsoft.com/office/drawing/2014/main" id="{3C8A528D-E91F-CA6F-EC2A-7637E526689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23602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C6BD-23D9-7985-849A-2A09C31F4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B0C59-C907-FB71-198A-12BD4BD939D9}"/>
              </a:ext>
            </a:extLst>
          </p:cNvPr>
          <p:cNvSpPr>
            <a:spLocks noGrp="1"/>
          </p:cNvSpPr>
          <p:nvPr>
            <p:ph type="title"/>
          </p:nvPr>
        </p:nvSpPr>
        <p:spPr>
          <a:xfrm>
            <a:off x="1537973" y="364637"/>
            <a:ext cx="8811253" cy="479424"/>
          </a:xfrm>
        </p:spPr>
        <p:txBody>
          <a:bodyPr/>
          <a:lstStyle/>
          <a:p>
            <a:r>
              <a:rPr lang="en-US" sz="2400" b="0" dirty="0">
                <a:latin typeface="+mn-lt"/>
              </a:rPr>
              <a:t>How I Cultivate Successful Teams</a:t>
            </a:r>
          </a:p>
        </p:txBody>
      </p:sp>
      <p:sp>
        <p:nvSpPr>
          <p:cNvPr id="4" name="Text Placeholder 3">
            <a:extLst>
              <a:ext uri="{FF2B5EF4-FFF2-40B4-BE49-F238E27FC236}">
                <a16:creationId xmlns:a16="http://schemas.microsoft.com/office/drawing/2014/main" id="{8076D116-34DF-14CA-BB3A-8C23B551AE60}"/>
              </a:ext>
            </a:extLst>
          </p:cNvPr>
          <p:cNvSpPr>
            <a:spLocks noGrp="1"/>
          </p:cNvSpPr>
          <p:nvPr>
            <p:ph sz="quarter" idx="14"/>
          </p:nvPr>
        </p:nvSpPr>
        <p:spPr>
          <a:xfrm>
            <a:off x="1416642" y="1753128"/>
            <a:ext cx="9053913" cy="2398906"/>
          </a:xfrm>
        </p:spPr>
        <p:txBody>
          <a:bodyPr/>
          <a:lstStyle/>
          <a:p>
            <a:pPr algn="ctr"/>
            <a:r>
              <a:rPr lang="en-US" dirty="0"/>
              <a:t>Build trust and psychological safety</a:t>
            </a:r>
          </a:p>
          <a:p>
            <a:pPr algn="ctr"/>
            <a:r>
              <a:rPr lang="en-US" dirty="0"/>
              <a:t>Encourage open communication</a:t>
            </a:r>
          </a:p>
          <a:p>
            <a:pPr algn="ctr"/>
            <a:r>
              <a:rPr lang="en-US" dirty="0"/>
              <a:t>Set clear goals and expectations</a:t>
            </a:r>
          </a:p>
          <a:p>
            <a:pPr algn="ctr"/>
            <a:r>
              <a:rPr lang="en-US" dirty="0"/>
              <a:t>Recognize strengths and contributions</a:t>
            </a:r>
          </a:p>
          <a:p>
            <a:pPr algn="ctr"/>
            <a:r>
              <a:rPr lang="en-US" dirty="0"/>
              <a:t>Support continuous learning</a:t>
            </a:r>
          </a:p>
          <a:p>
            <a:pPr algn="ctr"/>
            <a:r>
              <a:rPr lang="en-US" dirty="0"/>
              <a:t>Celebrate wins and reflect on failures</a:t>
            </a:r>
          </a:p>
        </p:txBody>
      </p:sp>
      <p:sp>
        <p:nvSpPr>
          <p:cNvPr id="5" name="Date Placeholder 4">
            <a:extLst>
              <a:ext uri="{FF2B5EF4-FFF2-40B4-BE49-F238E27FC236}">
                <a16:creationId xmlns:a16="http://schemas.microsoft.com/office/drawing/2014/main" id="{6FF96F83-65FF-7D66-99FA-000584AFA79B}"/>
              </a:ext>
            </a:extLst>
          </p:cNvPr>
          <p:cNvSpPr>
            <a:spLocks noGrp="1"/>
          </p:cNvSpPr>
          <p:nvPr>
            <p:ph type="dt" sz="half" idx="15"/>
          </p:nvPr>
        </p:nvSpPr>
        <p:spPr/>
        <p:txBody>
          <a:bodyPr/>
          <a:lstStyle/>
          <a:p>
            <a:fld id="{043CF65F-0E21-48DE-8D75-4BF66A547E8E}" type="datetime1">
              <a:rPr lang="en-US" smtClean="0"/>
              <a:pPr/>
              <a:t>7/22/2026</a:t>
            </a:fld>
            <a:endParaRPr lang="en-US" dirty="0"/>
          </a:p>
        </p:txBody>
      </p:sp>
      <p:sp>
        <p:nvSpPr>
          <p:cNvPr id="6" name="Slide Number Placeholder 5">
            <a:extLst>
              <a:ext uri="{FF2B5EF4-FFF2-40B4-BE49-F238E27FC236}">
                <a16:creationId xmlns:a16="http://schemas.microsoft.com/office/drawing/2014/main" id="{CB71908F-FAA8-D7EB-D55E-AFB12B4641E1}"/>
              </a:ext>
            </a:extLst>
          </p:cNvPr>
          <p:cNvSpPr>
            <a:spLocks noGrp="1"/>
          </p:cNvSpPr>
          <p:nvPr>
            <p:ph type="sldNum" sz="quarter" idx="17"/>
          </p:nvPr>
        </p:nvSpPr>
        <p:spPr/>
        <p:txBody>
          <a:bodyPr/>
          <a:lstStyle/>
          <a:p>
            <a:fld id="{CC057153-B650-4DEB-B370-79DDCFDCE934}" type="slidenum">
              <a:rPr lang="en-US" smtClean="0"/>
              <a:pPr/>
              <a:t>7</a:t>
            </a:fld>
            <a:endParaRPr lang="en-US" dirty="0"/>
          </a:p>
        </p:txBody>
      </p:sp>
      <p:sp>
        <p:nvSpPr>
          <p:cNvPr id="7" name="Freeform 6">
            <a:extLst>
              <a:ext uri="{FF2B5EF4-FFF2-40B4-BE49-F238E27FC236}">
                <a16:creationId xmlns:a16="http://schemas.microsoft.com/office/drawing/2014/main" id="{DF2E73AC-A9D8-DD60-148B-042C6FACBAA1}"/>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3" name="AutoShape 2" descr="react">
            <a:extLst>
              <a:ext uri="{FF2B5EF4-FFF2-40B4-BE49-F238E27FC236}">
                <a16:creationId xmlns:a16="http://schemas.microsoft.com/office/drawing/2014/main" id="{0E3ED9DD-A8D8-825A-81BA-35370C6FEE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38613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720FD-E9C2-FE63-0B72-7CC75A81D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2E5D8-377D-87C3-5971-948846488905}"/>
              </a:ext>
            </a:extLst>
          </p:cNvPr>
          <p:cNvSpPr>
            <a:spLocks noGrp="1"/>
          </p:cNvSpPr>
          <p:nvPr>
            <p:ph type="title"/>
          </p:nvPr>
        </p:nvSpPr>
        <p:spPr>
          <a:xfrm>
            <a:off x="3174047" y="218637"/>
            <a:ext cx="5843903" cy="1013263"/>
          </a:xfrm>
        </p:spPr>
        <p:txBody>
          <a:bodyPr>
            <a:noAutofit/>
          </a:bodyPr>
          <a:lstStyle/>
          <a:p>
            <a:r>
              <a:rPr lang="en-US" sz="2400" b="0" dirty="0">
                <a:latin typeface="+mn-lt"/>
              </a:rPr>
              <a:t>Team success in agile</a:t>
            </a:r>
          </a:p>
        </p:txBody>
      </p:sp>
      <p:sp>
        <p:nvSpPr>
          <p:cNvPr id="4" name="Content Placeholder 3">
            <a:extLst>
              <a:ext uri="{FF2B5EF4-FFF2-40B4-BE49-F238E27FC236}">
                <a16:creationId xmlns:a16="http://schemas.microsoft.com/office/drawing/2014/main" id="{7F7106E7-CD41-ED70-46CA-89F370189BCC}"/>
              </a:ext>
            </a:extLst>
          </p:cNvPr>
          <p:cNvSpPr>
            <a:spLocks noGrp="1"/>
          </p:cNvSpPr>
          <p:nvPr>
            <p:ph sz="quarter" idx="14"/>
          </p:nvPr>
        </p:nvSpPr>
        <p:spPr>
          <a:xfrm>
            <a:off x="2971308" y="1742438"/>
            <a:ext cx="6249382" cy="3373123"/>
          </a:xfrm>
        </p:spPr>
        <p:txBody>
          <a:bodyPr/>
          <a:lstStyle/>
          <a:p>
            <a:pPr algn="ctr"/>
            <a:r>
              <a:rPr lang="en-US" sz="1800" dirty="0"/>
              <a:t>Self-organization</a:t>
            </a:r>
          </a:p>
          <a:p>
            <a:pPr algn="ctr"/>
            <a:r>
              <a:rPr lang="en-US" sz="1800" dirty="0"/>
              <a:t>Shared ownership</a:t>
            </a:r>
          </a:p>
          <a:p>
            <a:pPr algn="ctr"/>
            <a:r>
              <a:rPr lang="en-US" sz="1800" dirty="0"/>
              <a:t>Continuous feedback</a:t>
            </a:r>
          </a:p>
          <a:p>
            <a:pPr algn="ctr"/>
            <a:r>
              <a:rPr lang="en-US" sz="1800" dirty="0"/>
              <a:t>Respect for diverse perspectives</a:t>
            </a:r>
          </a:p>
          <a:p>
            <a:pPr algn="ctr"/>
            <a:r>
              <a:rPr lang="en-US" sz="1800" dirty="0"/>
              <a:t>Adaptability in changing conditions</a:t>
            </a:r>
          </a:p>
          <a:p>
            <a:pPr algn="ctr"/>
            <a:r>
              <a:rPr lang="en-US" sz="1800" dirty="0"/>
              <a:t>Commitment to delivering value</a:t>
            </a:r>
          </a:p>
        </p:txBody>
      </p:sp>
      <p:sp>
        <p:nvSpPr>
          <p:cNvPr id="5" name="Date Placeholder 4">
            <a:extLst>
              <a:ext uri="{FF2B5EF4-FFF2-40B4-BE49-F238E27FC236}">
                <a16:creationId xmlns:a16="http://schemas.microsoft.com/office/drawing/2014/main" id="{22819E8A-8348-AED2-144B-5B130526528E}"/>
              </a:ext>
            </a:extLst>
          </p:cNvPr>
          <p:cNvSpPr>
            <a:spLocks noGrp="1"/>
          </p:cNvSpPr>
          <p:nvPr>
            <p:ph type="dt" sz="half" idx="10"/>
          </p:nvPr>
        </p:nvSpPr>
        <p:spPr/>
        <p:txBody>
          <a:bodyPr/>
          <a:lstStyle/>
          <a:p>
            <a:fld id="{D73859A7-84EB-4384-87AF-59CC16704CF8}" type="datetime1">
              <a:rPr lang="en-US" smtClean="0"/>
              <a:t>7/22/2026</a:t>
            </a:fld>
            <a:endParaRPr lang="en-US" dirty="0"/>
          </a:p>
        </p:txBody>
      </p:sp>
      <p:sp>
        <p:nvSpPr>
          <p:cNvPr id="6" name="Slide Number Placeholder 5">
            <a:extLst>
              <a:ext uri="{FF2B5EF4-FFF2-40B4-BE49-F238E27FC236}">
                <a16:creationId xmlns:a16="http://schemas.microsoft.com/office/drawing/2014/main" id="{2583458D-7A0C-2B17-E47D-53D13AD434CF}"/>
              </a:ext>
            </a:extLst>
          </p:cNvPr>
          <p:cNvSpPr>
            <a:spLocks noGrp="1"/>
          </p:cNvSpPr>
          <p:nvPr>
            <p:ph type="sldNum" sz="quarter" idx="12"/>
          </p:nvPr>
        </p:nvSpPr>
        <p:spPr/>
        <p:txBody>
          <a:bodyPr/>
          <a:lstStyle/>
          <a:p>
            <a:fld id="{CC057153-B650-4DEB-B370-79DDCFDCE934}" type="slidenum">
              <a:rPr lang="en-US" smtClean="0"/>
              <a:t>8</a:t>
            </a:fld>
            <a:endParaRPr lang="en-US" dirty="0"/>
          </a:p>
        </p:txBody>
      </p:sp>
    </p:spTree>
    <p:extLst>
      <p:ext uri="{BB962C8B-B14F-4D97-AF65-F5344CB8AC3E}">
        <p14:creationId xmlns:p14="http://schemas.microsoft.com/office/powerpoint/2010/main" val="4193850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E6F97-E027-0352-F1BD-A9DBC9A4B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302AA-06BE-141C-226D-1FC92CD7F0DD}"/>
              </a:ext>
            </a:extLst>
          </p:cNvPr>
          <p:cNvSpPr>
            <a:spLocks noGrp="1"/>
          </p:cNvSpPr>
          <p:nvPr>
            <p:ph type="title"/>
          </p:nvPr>
        </p:nvSpPr>
        <p:spPr>
          <a:xfrm>
            <a:off x="1537973" y="364637"/>
            <a:ext cx="8811253" cy="479424"/>
          </a:xfrm>
        </p:spPr>
        <p:txBody>
          <a:bodyPr/>
          <a:lstStyle/>
          <a:p>
            <a:r>
              <a:rPr lang="en-US" sz="2400" b="0" dirty="0">
                <a:latin typeface="+mn-lt"/>
              </a:rPr>
              <a:t>Christian Worldview: Human Dignity in Agile Leadership</a:t>
            </a:r>
          </a:p>
        </p:txBody>
      </p:sp>
      <p:sp>
        <p:nvSpPr>
          <p:cNvPr id="4" name="Text Placeholder 3">
            <a:extLst>
              <a:ext uri="{FF2B5EF4-FFF2-40B4-BE49-F238E27FC236}">
                <a16:creationId xmlns:a16="http://schemas.microsoft.com/office/drawing/2014/main" id="{4D1B8CF3-1909-5C00-ED30-863B273A4E22}"/>
              </a:ext>
            </a:extLst>
          </p:cNvPr>
          <p:cNvSpPr>
            <a:spLocks noGrp="1"/>
          </p:cNvSpPr>
          <p:nvPr>
            <p:ph sz="quarter" idx="14"/>
          </p:nvPr>
        </p:nvSpPr>
        <p:spPr>
          <a:xfrm>
            <a:off x="1416642" y="1753128"/>
            <a:ext cx="9053913" cy="2398906"/>
          </a:xfrm>
        </p:spPr>
        <p:txBody>
          <a:bodyPr/>
          <a:lstStyle/>
          <a:p>
            <a:pPr algn="ctr"/>
            <a:r>
              <a:rPr lang="en-US" dirty="0"/>
              <a:t>Every person is created in the image of God</a:t>
            </a:r>
          </a:p>
          <a:p>
            <a:pPr algn="ctr"/>
            <a:r>
              <a:rPr lang="en-US" dirty="0"/>
              <a:t>Team members deserve respect and fairness</a:t>
            </a:r>
          </a:p>
          <a:p>
            <a:pPr algn="ctr"/>
            <a:r>
              <a:rPr lang="en-US" dirty="0"/>
              <a:t>Leadership should reflect humility and service</a:t>
            </a:r>
          </a:p>
          <a:p>
            <a:pPr algn="ctr"/>
            <a:r>
              <a:rPr lang="en-US" dirty="0"/>
              <a:t>People are more valuable than productivity metrics</a:t>
            </a:r>
          </a:p>
          <a:p>
            <a:pPr algn="ctr"/>
            <a:r>
              <a:rPr lang="en-US" dirty="0"/>
              <a:t>Encourage compassion, honesty, and integrity</a:t>
            </a:r>
          </a:p>
        </p:txBody>
      </p:sp>
      <p:sp>
        <p:nvSpPr>
          <p:cNvPr id="5" name="Date Placeholder 4">
            <a:extLst>
              <a:ext uri="{FF2B5EF4-FFF2-40B4-BE49-F238E27FC236}">
                <a16:creationId xmlns:a16="http://schemas.microsoft.com/office/drawing/2014/main" id="{80A7A299-5F90-C77F-E6CC-36E60706C67A}"/>
              </a:ext>
            </a:extLst>
          </p:cNvPr>
          <p:cNvSpPr>
            <a:spLocks noGrp="1"/>
          </p:cNvSpPr>
          <p:nvPr>
            <p:ph type="dt" sz="half" idx="15"/>
          </p:nvPr>
        </p:nvSpPr>
        <p:spPr/>
        <p:txBody>
          <a:bodyPr/>
          <a:lstStyle/>
          <a:p>
            <a:fld id="{043CF65F-0E21-48DE-8D75-4BF66A547E8E}" type="datetime1">
              <a:rPr lang="en-US" smtClean="0"/>
              <a:pPr/>
              <a:t>7/22/2026</a:t>
            </a:fld>
            <a:endParaRPr lang="en-US" dirty="0"/>
          </a:p>
        </p:txBody>
      </p:sp>
      <p:sp>
        <p:nvSpPr>
          <p:cNvPr id="6" name="Slide Number Placeholder 5">
            <a:extLst>
              <a:ext uri="{FF2B5EF4-FFF2-40B4-BE49-F238E27FC236}">
                <a16:creationId xmlns:a16="http://schemas.microsoft.com/office/drawing/2014/main" id="{F8F7785C-C78B-4F52-A249-C00F9C6494E5}"/>
              </a:ext>
            </a:extLst>
          </p:cNvPr>
          <p:cNvSpPr>
            <a:spLocks noGrp="1"/>
          </p:cNvSpPr>
          <p:nvPr>
            <p:ph type="sldNum" sz="quarter" idx="17"/>
          </p:nvPr>
        </p:nvSpPr>
        <p:spPr/>
        <p:txBody>
          <a:bodyPr/>
          <a:lstStyle/>
          <a:p>
            <a:fld id="{CC057153-B650-4DEB-B370-79DDCFDCE934}" type="slidenum">
              <a:rPr lang="en-US" smtClean="0"/>
              <a:pPr/>
              <a:t>9</a:t>
            </a:fld>
            <a:endParaRPr lang="en-US" dirty="0"/>
          </a:p>
        </p:txBody>
      </p:sp>
      <p:sp>
        <p:nvSpPr>
          <p:cNvPr id="7" name="Freeform 6">
            <a:extLst>
              <a:ext uri="{FF2B5EF4-FFF2-40B4-BE49-F238E27FC236}">
                <a16:creationId xmlns:a16="http://schemas.microsoft.com/office/drawing/2014/main" id="{464CD6A4-9F83-BA8E-C68F-E4200A76622F}"/>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3" name="AutoShape 2" descr="react">
            <a:extLst>
              <a:ext uri="{FF2B5EF4-FFF2-40B4-BE49-F238E27FC236}">
                <a16:creationId xmlns:a16="http://schemas.microsoft.com/office/drawing/2014/main" id="{97379D60-2018-3CA6-19E5-3269F08963B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627376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A4DEB-1CA9-7C12-A4B1-143B717AD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56E8A-BCA0-DFC1-40D8-970E0668AA63}"/>
              </a:ext>
            </a:extLst>
          </p:cNvPr>
          <p:cNvSpPr>
            <a:spLocks noGrp="1"/>
          </p:cNvSpPr>
          <p:nvPr>
            <p:ph type="title"/>
          </p:nvPr>
        </p:nvSpPr>
        <p:spPr>
          <a:xfrm>
            <a:off x="3174047" y="218637"/>
            <a:ext cx="5843903" cy="1013263"/>
          </a:xfrm>
        </p:spPr>
        <p:txBody>
          <a:bodyPr>
            <a:noAutofit/>
          </a:bodyPr>
          <a:lstStyle/>
          <a:p>
            <a:r>
              <a:rPr lang="en-US" sz="2400" b="0" dirty="0">
                <a:latin typeface="+mn-lt"/>
              </a:rPr>
              <a:t>Enriching human flourishing as a leader</a:t>
            </a:r>
          </a:p>
        </p:txBody>
      </p:sp>
      <p:sp>
        <p:nvSpPr>
          <p:cNvPr id="4" name="Content Placeholder 3">
            <a:extLst>
              <a:ext uri="{FF2B5EF4-FFF2-40B4-BE49-F238E27FC236}">
                <a16:creationId xmlns:a16="http://schemas.microsoft.com/office/drawing/2014/main" id="{423B3D2C-5D04-F8DB-6D2B-EE80D8E0C695}"/>
              </a:ext>
            </a:extLst>
          </p:cNvPr>
          <p:cNvSpPr>
            <a:spLocks noGrp="1"/>
          </p:cNvSpPr>
          <p:nvPr>
            <p:ph sz="quarter" idx="14"/>
          </p:nvPr>
        </p:nvSpPr>
        <p:spPr>
          <a:xfrm>
            <a:off x="2971308" y="1742438"/>
            <a:ext cx="6249382" cy="3373123"/>
          </a:xfrm>
        </p:spPr>
        <p:txBody>
          <a:bodyPr/>
          <a:lstStyle/>
          <a:p>
            <a:pPr algn="ctr"/>
            <a:r>
              <a:rPr lang="en-US" sz="1800" dirty="0"/>
              <a:t>Promote meaningful work</a:t>
            </a:r>
          </a:p>
          <a:p>
            <a:pPr algn="ctr"/>
            <a:r>
              <a:rPr lang="en-US" sz="1800" dirty="0"/>
              <a:t>Support work-life balance</a:t>
            </a:r>
          </a:p>
          <a:p>
            <a:pPr algn="ctr"/>
            <a:r>
              <a:rPr lang="en-US" sz="1800" dirty="0"/>
              <a:t>Develop people’s talents</a:t>
            </a:r>
          </a:p>
          <a:p>
            <a:pPr algn="ctr"/>
            <a:r>
              <a:rPr lang="en-US" sz="1800" dirty="0"/>
              <a:t>Encourage ethical decision-making</a:t>
            </a:r>
          </a:p>
          <a:p>
            <a:pPr algn="ctr"/>
            <a:r>
              <a:rPr lang="en-US" sz="1800" dirty="0"/>
              <a:t>Create a culture of support and purpose</a:t>
            </a:r>
          </a:p>
        </p:txBody>
      </p:sp>
      <p:sp>
        <p:nvSpPr>
          <p:cNvPr id="5" name="Date Placeholder 4">
            <a:extLst>
              <a:ext uri="{FF2B5EF4-FFF2-40B4-BE49-F238E27FC236}">
                <a16:creationId xmlns:a16="http://schemas.microsoft.com/office/drawing/2014/main" id="{C24FB13B-E5C0-3CDD-D4DA-2F73E206949E}"/>
              </a:ext>
            </a:extLst>
          </p:cNvPr>
          <p:cNvSpPr>
            <a:spLocks noGrp="1"/>
          </p:cNvSpPr>
          <p:nvPr>
            <p:ph type="dt" sz="half" idx="10"/>
          </p:nvPr>
        </p:nvSpPr>
        <p:spPr/>
        <p:txBody>
          <a:bodyPr/>
          <a:lstStyle/>
          <a:p>
            <a:fld id="{D73859A7-84EB-4384-87AF-59CC16704CF8}" type="datetime1">
              <a:rPr lang="en-US" smtClean="0"/>
              <a:t>7/22/2026</a:t>
            </a:fld>
            <a:endParaRPr lang="en-US" dirty="0"/>
          </a:p>
        </p:txBody>
      </p:sp>
      <p:sp>
        <p:nvSpPr>
          <p:cNvPr id="6" name="Slide Number Placeholder 5">
            <a:extLst>
              <a:ext uri="{FF2B5EF4-FFF2-40B4-BE49-F238E27FC236}">
                <a16:creationId xmlns:a16="http://schemas.microsoft.com/office/drawing/2014/main" id="{54987208-669C-0760-2DC1-51A5BCC4F684}"/>
              </a:ext>
            </a:extLst>
          </p:cNvPr>
          <p:cNvSpPr>
            <a:spLocks noGrp="1"/>
          </p:cNvSpPr>
          <p:nvPr>
            <p:ph type="sldNum" sz="quarter" idx="12"/>
          </p:nvPr>
        </p:nvSpPr>
        <p:spPr/>
        <p:txBody>
          <a:bodyPr/>
          <a:lstStyle/>
          <a:p>
            <a:fld id="{CC057153-B650-4DEB-B370-79DDCFDCE934}" type="slidenum">
              <a:rPr lang="en-US" smtClean="0"/>
              <a:t>10</a:t>
            </a:fld>
            <a:endParaRPr lang="en-US" dirty="0"/>
          </a:p>
        </p:txBody>
      </p:sp>
    </p:spTree>
    <p:extLst>
      <p:ext uri="{BB962C8B-B14F-4D97-AF65-F5344CB8AC3E}">
        <p14:creationId xmlns:p14="http://schemas.microsoft.com/office/powerpoint/2010/main" val="1131673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39B0B-4D7E-E5FB-1284-5D51D3C77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C3DFF-8F83-854E-F333-D173D1729AC7}"/>
              </a:ext>
            </a:extLst>
          </p:cNvPr>
          <p:cNvSpPr>
            <a:spLocks noGrp="1"/>
          </p:cNvSpPr>
          <p:nvPr>
            <p:ph type="title"/>
          </p:nvPr>
        </p:nvSpPr>
        <p:spPr>
          <a:xfrm>
            <a:off x="1537973" y="364637"/>
            <a:ext cx="8811253" cy="479424"/>
          </a:xfrm>
        </p:spPr>
        <p:txBody>
          <a:bodyPr/>
          <a:lstStyle/>
          <a:p>
            <a:pPr algn="ctr"/>
            <a:r>
              <a:rPr lang="en-US" sz="2400" b="0" dirty="0">
                <a:latin typeface="+mn-lt"/>
              </a:rPr>
              <a:t>conclusion</a:t>
            </a:r>
          </a:p>
        </p:txBody>
      </p:sp>
      <p:sp>
        <p:nvSpPr>
          <p:cNvPr id="4" name="Text Placeholder 3">
            <a:extLst>
              <a:ext uri="{FF2B5EF4-FFF2-40B4-BE49-F238E27FC236}">
                <a16:creationId xmlns:a16="http://schemas.microsoft.com/office/drawing/2014/main" id="{C968B2A3-3554-85E7-4F7B-A28F424CD81A}"/>
              </a:ext>
            </a:extLst>
          </p:cNvPr>
          <p:cNvSpPr>
            <a:spLocks noGrp="1"/>
          </p:cNvSpPr>
          <p:nvPr>
            <p:ph sz="quarter" idx="14"/>
          </p:nvPr>
        </p:nvSpPr>
        <p:spPr>
          <a:xfrm>
            <a:off x="1416642" y="1753128"/>
            <a:ext cx="9053913" cy="2398906"/>
          </a:xfrm>
        </p:spPr>
        <p:txBody>
          <a:bodyPr/>
          <a:lstStyle/>
          <a:p>
            <a:pPr algn="ctr"/>
            <a:r>
              <a:rPr lang="en-US" dirty="0"/>
              <a:t>Agile leadership requires adaptability, communication, and service</a:t>
            </a:r>
          </a:p>
          <a:p>
            <a:pPr algn="ctr"/>
            <a:r>
              <a:rPr lang="en-US" dirty="0"/>
              <a:t>Servant leadership helps teams respond to delivery risks</a:t>
            </a:r>
          </a:p>
          <a:p>
            <a:pPr algn="ctr"/>
            <a:r>
              <a:rPr lang="en-US" dirty="0"/>
              <a:t>Successful teams are built through trust, clarity, and support</a:t>
            </a:r>
          </a:p>
          <a:p>
            <a:pPr algn="ctr"/>
            <a:r>
              <a:rPr lang="en-US" dirty="0"/>
              <a:t>Christian leadership values dignity and flourishing</a:t>
            </a:r>
          </a:p>
        </p:txBody>
      </p:sp>
      <p:sp>
        <p:nvSpPr>
          <p:cNvPr id="5" name="Date Placeholder 4">
            <a:extLst>
              <a:ext uri="{FF2B5EF4-FFF2-40B4-BE49-F238E27FC236}">
                <a16:creationId xmlns:a16="http://schemas.microsoft.com/office/drawing/2014/main" id="{91FF8EC3-3AA8-FF88-0278-010AEBC851BD}"/>
              </a:ext>
            </a:extLst>
          </p:cNvPr>
          <p:cNvSpPr>
            <a:spLocks noGrp="1"/>
          </p:cNvSpPr>
          <p:nvPr>
            <p:ph type="dt" sz="half" idx="15"/>
          </p:nvPr>
        </p:nvSpPr>
        <p:spPr/>
        <p:txBody>
          <a:bodyPr/>
          <a:lstStyle/>
          <a:p>
            <a:fld id="{043CF65F-0E21-48DE-8D75-4BF66A547E8E}" type="datetime1">
              <a:rPr lang="en-US" smtClean="0"/>
              <a:pPr/>
              <a:t>7/22/2026</a:t>
            </a:fld>
            <a:endParaRPr lang="en-US" dirty="0"/>
          </a:p>
        </p:txBody>
      </p:sp>
      <p:sp>
        <p:nvSpPr>
          <p:cNvPr id="6" name="Slide Number Placeholder 5">
            <a:extLst>
              <a:ext uri="{FF2B5EF4-FFF2-40B4-BE49-F238E27FC236}">
                <a16:creationId xmlns:a16="http://schemas.microsoft.com/office/drawing/2014/main" id="{9817312C-B76F-CE7E-334A-624EBD463FC6}"/>
              </a:ext>
            </a:extLst>
          </p:cNvPr>
          <p:cNvSpPr>
            <a:spLocks noGrp="1"/>
          </p:cNvSpPr>
          <p:nvPr>
            <p:ph type="sldNum" sz="quarter" idx="17"/>
          </p:nvPr>
        </p:nvSpPr>
        <p:spPr/>
        <p:txBody>
          <a:bodyPr/>
          <a:lstStyle/>
          <a:p>
            <a:fld id="{CC057153-B650-4DEB-B370-79DDCFDCE934}" type="slidenum">
              <a:rPr lang="en-US" smtClean="0"/>
              <a:pPr/>
              <a:t>11</a:t>
            </a:fld>
            <a:endParaRPr lang="en-US" dirty="0"/>
          </a:p>
        </p:txBody>
      </p:sp>
      <p:sp>
        <p:nvSpPr>
          <p:cNvPr id="7" name="Freeform 6">
            <a:extLst>
              <a:ext uri="{FF2B5EF4-FFF2-40B4-BE49-F238E27FC236}">
                <a16:creationId xmlns:a16="http://schemas.microsoft.com/office/drawing/2014/main" id="{CA18E000-0CC3-671E-944F-E35A67089A36}"/>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3" name="AutoShape 2" descr="react">
            <a:extLst>
              <a:ext uri="{FF2B5EF4-FFF2-40B4-BE49-F238E27FC236}">
                <a16:creationId xmlns:a16="http://schemas.microsoft.com/office/drawing/2014/main" id="{E0FAA9A7-E3FC-FFA0-05F0-2C6BFCEBE0D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79024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7DB65-076D-DA14-1BE8-D4EF50598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FFE28-9146-C24F-7C42-B5201DBF1C64}"/>
              </a:ext>
            </a:extLst>
          </p:cNvPr>
          <p:cNvSpPr>
            <a:spLocks noGrp="1"/>
          </p:cNvSpPr>
          <p:nvPr>
            <p:ph type="title"/>
          </p:nvPr>
        </p:nvSpPr>
        <p:spPr/>
        <p:txBody>
          <a:bodyPr>
            <a:normAutofit/>
          </a:bodyPr>
          <a:lstStyle/>
          <a:p>
            <a:r>
              <a:rPr lang="en-US" sz="2400" dirty="0">
                <a:latin typeface="+mn-lt"/>
              </a:rPr>
              <a:t>references</a:t>
            </a:r>
          </a:p>
        </p:txBody>
      </p:sp>
      <p:sp>
        <p:nvSpPr>
          <p:cNvPr id="5" name="Date Placeholder 4">
            <a:extLst>
              <a:ext uri="{FF2B5EF4-FFF2-40B4-BE49-F238E27FC236}">
                <a16:creationId xmlns:a16="http://schemas.microsoft.com/office/drawing/2014/main" id="{3AF743F6-01A3-0C21-2B77-FF852A6C38AD}"/>
              </a:ext>
            </a:extLst>
          </p:cNvPr>
          <p:cNvSpPr>
            <a:spLocks noGrp="1"/>
          </p:cNvSpPr>
          <p:nvPr>
            <p:ph type="dt" sz="half" idx="10"/>
          </p:nvPr>
        </p:nvSpPr>
        <p:spPr/>
        <p:txBody>
          <a:bodyPr/>
          <a:lstStyle/>
          <a:p>
            <a:fld id="{D73859A7-84EB-4384-87AF-59CC16704CF8}" type="datetime1">
              <a:rPr lang="en-US" smtClean="0"/>
              <a:t>7/22/2026</a:t>
            </a:fld>
            <a:endParaRPr lang="en-US" dirty="0"/>
          </a:p>
        </p:txBody>
      </p:sp>
      <p:sp>
        <p:nvSpPr>
          <p:cNvPr id="6" name="Slide Number Placeholder 5">
            <a:extLst>
              <a:ext uri="{FF2B5EF4-FFF2-40B4-BE49-F238E27FC236}">
                <a16:creationId xmlns:a16="http://schemas.microsoft.com/office/drawing/2014/main" id="{2FA05C64-29CF-565B-D742-CBEEA0F738BD}"/>
              </a:ext>
            </a:extLst>
          </p:cNvPr>
          <p:cNvSpPr>
            <a:spLocks noGrp="1"/>
          </p:cNvSpPr>
          <p:nvPr>
            <p:ph type="sldNum" sz="quarter" idx="12"/>
          </p:nvPr>
        </p:nvSpPr>
        <p:spPr/>
        <p:txBody>
          <a:bodyPr/>
          <a:lstStyle/>
          <a:p>
            <a:fld id="{CC057153-B650-4DEB-B370-79DDCFDCE934}" type="slidenum">
              <a:rPr lang="en-US" smtClean="0"/>
              <a:t>12</a:t>
            </a:fld>
            <a:endParaRPr lang="en-US" dirty="0"/>
          </a:p>
        </p:txBody>
      </p:sp>
      <p:sp>
        <p:nvSpPr>
          <p:cNvPr id="7" name="TextBox 6">
            <a:extLst>
              <a:ext uri="{FF2B5EF4-FFF2-40B4-BE49-F238E27FC236}">
                <a16:creationId xmlns:a16="http://schemas.microsoft.com/office/drawing/2014/main" id="{80B55B6C-C29C-F878-6F8C-DDA2A85D6649}"/>
              </a:ext>
            </a:extLst>
          </p:cNvPr>
          <p:cNvSpPr txBox="1"/>
          <p:nvPr/>
        </p:nvSpPr>
        <p:spPr>
          <a:xfrm>
            <a:off x="548647" y="1828562"/>
            <a:ext cx="6108700" cy="3139321"/>
          </a:xfrm>
          <a:prstGeom prst="rect">
            <a:avLst/>
          </a:prstGeom>
          <a:noFill/>
        </p:spPr>
        <p:txBody>
          <a:bodyPr wrap="square">
            <a:spAutoFit/>
          </a:bodyPr>
          <a:lstStyle/>
          <a:p>
            <a:pPr indent="0" algn="l">
              <a:buNone/>
            </a:pPr>
            <a:r>
              <a:rPr lang="en-US" b="0" i="0" dirty="0">
                <a:solidFill>
                  <a:schemeClr val="tx1">
                    <a:lumMod val="50000"/>
                  </a:schemeClr>
                </a:solidFill>
                <a:effectLst/>
              </a:rPr>
              <a:t>Beck, K., et al. (2001). </a:t>
            </a:r>
            <a:r>
              <a:rPr lang="en-US" b="0" i="1" dirty="0">
                <a:solidFill>
                  <a:schemeClr val="tx1">
                    <a:lumMod val="50000"/>
                  </a:schemeClr>
                </a:solidFill>
                <a:effectLst/>
              </a:rPr>
              <a:t>Manifesto for Agile Software Development</a:t>
            </a:r>
            <a:r>
              <a:rPr lang="en-US" b="0" i="0" dirty="0">
                <a:solidFill>
                  <a:schemeClr val="tx1">
                    <a:lumMod val="50000"/>
                  </a:schemeClr>
                </a:solidFill>
                <a:effectLst/>
              </a:rPr>
              <a:t>. https://agilemanifesto.org/</a:t>
            </a:r>
          </a:p>
          <a:p>
            <a:pPr indent="0" algn="l">
              <a:buNone/>
            </a:pPr>
            <a:endParaRPr lang="en-US" b="0" i="0" dirty="0">
              <a:solidFill>
                <a:schemeClr val="tx1">
                  <a:lumMod val="50000"/>
                </a:schemeClr>
              </a:solidFill>
              <a:effectLst/>
            </a:endParaRPr>
          </a:p>
          <a:p>
            <a:pPr indent="0" algn="l">
              <a:buNone/>
            </a:pPr>
            <a:r>
              <a:rPr lang="en-US" b="0" i="0" dirty="0">
                <a:solidFill>
                  <a:schemeClr val="tx1">
                    <a:lumMod val="50000"/>
                  </a:schemeClr>
                </a:solidFill>
                <a:effectLst/>
              </a:rPr>
              <a:t>Schwaber, K., &amp; Sutherland, J. (2020). </a:t>
            </a:r>
            <a:r>
              <a:rPr lang="en-US" b="0" i="1" dirty="0">
                <a:solidFill>
                  <a:schemeClr val="tx1">
                    <a:lumMod val="50000"/>
                  </a:schemeClr>
                </a:solidFill>
                <a:effectLst/>
              </a:rPr>
              <a:t>The Scrum Guide</a:t>
            </a:r>
            <a:r>
              <a:rPr lang="en-US" b="0" i="0" dirty="0">
                <a:solidFill>
                  <a:schemeClr val="tx1">
                    <a:lumMod val="50000"/>
                  </a:schemeClr>
                </a:solidFill>
                <a:effectLst/>
              </a:rPr>
              <a:t>. Scrum.org. https://scrumguides.org/</a:t>
            </a:r>
          </a:p>
          <a:p>
            <a:pPr indent="0" algn="l">
              <a:buNone/>
            </a:pPr>
            <a:endParaRPr lang="en-US" b="0" i="0" dirty="0">
              <a:solidFill>
                <a:schemeClr val="tx1">
                  <a:lumMod val="50000"/>
                </a:schemeClr>
              </a:solidFill>
              <a:effectLst/>
            </a:endParaRPr>
          </a:p>
          <a:p>
            <a:pPr indent="0" algn="l">
              <a:buNone/>
            </a:pPr>
            <a:r>
              <a:rPr lang="en-US" b="0" i="0" dirty="0">
                <a:solidFill>
                  <a:schemeClr val="tx1">
                    <a:lumMod val="50000"/>
                  </a:schemeClr>
                </a:solidFill>
                <a:effectLst/>
              </a:rPr>
              <a:t>Northouse, P. G. (2021). </a:t>
            </a:r>
            <a:r>
              <a:rPr lang="en-US" b="0" i="1" dirty="0">
                <a:solidFill>
                  <a:schemeClr val="tx1">
                    <a:lumMod val="50000"/>
                  </a:schemeClr>
                </a:solidFill>
                <a:effectLst/>
              </a:rPr>
              <a:t>Leadership: Theory and practice</a:t>
            </a:r>
            <a:r>
              <a:rPr lang="en-US" b="0" i="0" dirty="0">
                <a:solidFill>
                  <a:schemeClr val="tx1">
                    <a:lumMod val="50000"/>
                  </a:schemeClr>
                </a:solidFill>
                <a:effectLst/>
              </a:rPr>
              <a:t> (9th ed.). Sage.</a:t>
            </a:r>
          </a:p>
          <a:p>
            <a:pPr indent="0" algn="l">
              <a:buNone/>
            </a:pPr>
            <a:endParaRPr lang="en-US" b="0" i="0" dirty="0">
              <a:solidFill>
                <a:schemeClr val="tx1">
                  <a:lumMod val="50000"/>
                </a:schemeClr>
              </a:solidFill>
              <a:effectLst/>
            </a:endParaRPr>
          </a:p>
          <a:p>
            <a:pPr indent="0" algn="l">
              <a:buNone/>
            </a:pPr>
            <a:r>
              <a:rPr lang="en-US" b="0" i="0" dirty="0">
                <a:solidFill>
                  <a:schemeClr val="tx1">
                    <a:lumMod val="50000"/>
                  </a:schemeClr>
                </a:solidFill>
                <a:effectLst/>
              </a:rPr>
              <a:t>The Holy Bible, New International Version. (2011). Zondervan. (Genesis 1:27; Mark 10:45)</a:t>
            </a:r>
          </a:p>
        </p:txBody>
      </p:sp>
    </p:spTree>
    <p:extLst>
      <p:ext uri="{BB962C8B-B14F-4D97-AF65-F5344CB8AC3E}">
        <p14:creationId xmlns:p14="http://schemas.microsoft.com/office/powerpoint/2010/main" val="3105275845"/>
      </p:ext>
    </p:extLst>
  </p:cSld>
  <p:clrMapOvr>
    <a:masterClrMapping/>
  </p:clrMapOvr>
</p:sld>
</file>

<file path=ppt/theme/theme1.xml><?xml version="1.0" encoding="utf-8"?>
<a:theme xmlns:a="http://schemas.openxmlformats.org/drawingml/2006/main" name="light_modernist">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ght modernist presentation_win32_SD_V8" id="{DD9F3DBC-97DB-4389-91E3-8FAD01D677DF}" vid="{B81B0F28-B8BA-42F4-B70F-6899486E52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E7139E-B40C-4943-9610-F20CE66C72C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785538A-412A-48D6-AE25-5C3BDF971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E5C6AC-AECE-4EBC-9FCA-F0C5028CCAE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77</TotalTime>
  <Words>1481</Words>
  <Application>Microsoft Office PowerPoint</Application>
  <PresentationFormat>Widescreen</PresentationFormat>
  <Paragraphs>121</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Avenir Next LT Pro Light</vt:lpstr>
      <vt:lpstr>Calibri</vt:lpstr>
      <vt:lpstr>light_modernist</vt:lpstr>
      <vt:lpstr>Leadership in driving successful teams</vt:lpstr>
      <vt:lpstr>Table of Contents</vt:lpstr>
      <vt:lpstr>Strong communication skills  adaptability and flexibility  servant leadership mindset  collaboration and team empowerment  decision-making and problem-solving  commitment to continuous improvement  emotional intelligence  </vt:lpstr>
      <vt:lpstr>The role of the agile leader</vt:lpstr>
      <vt:lpstr>When the Burndown Chart Shows the Sprint Is at Risk</vt:lpstr>
      <vt:lpstr>Leadership Technique I Would Use</vt:lpstr>
      <vt:lpstr>How I Cultivate Successful Teams</vt:lpstr>
      <vt:lpstr>Team success in agile</vt:lpstr>
      <vt:lpstr>Christian Worldview: Human Dignity in Agile Leadership</vt:lpstr>
      <vt:lpstr>Enriching human flourishing as a leader</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 coon</dc:creator>
  <cp:lastModifiedBy>r coon</cp:lastModifiedBy>
  <cp:revision>8</cp:revision>
  <dcterms:created xsi:type="dcterms:W3CDTF">2026-02-19T00:56:01Z</dcterms:created>
  <dcterms:modified xsi:type="dcterms:W3CDTF">2026-07-23T00:22:03Z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