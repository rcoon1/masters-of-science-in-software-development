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10"/>
  </p:notesMasterIdLst>
  <p:handoutMasterIdLst>
    <p:handoutMasterId r:id="rId11"/>
  </p:handoutMasterIdLst>
  <p:sldIdLst>
    <p:sldId id="310" r:id="rId5"/>
    <p:sldId id="311" r:id="rId6"/>
    <p:sldId id="316" r:id="rId7"/>
    <p:sldId id="319" r:id="rId8"/>
    <p:sldId id="32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86"/>
    <p:restoredTop sz="94658"/>
  </p:normalViewPr>
  <p:slideViewPr>
    <p:cSldViewPr snapToGrid="0">
      <p:cViewPr varScale="1">
        <p:scale>
          <a:sx n="105" d="100"/>
          <a:sy n="105" d="100"/>
        </p:scale>
        <p:origin x="804" y="96"/>
      </p:cViewPr>
      <p:guideLst/>
    </p:cSldViewPr>
  </p:slideViewPr>
  <p:notesTextViewPr>
    <p:cViewPr>
      <p:scale>
        <a:sx n="1" d="1"/>
        <a:sy n="1" d="1"/>
      </p:scale>
      <p:origin x="0" y="0"/>
    </p:cViewPr>
  </p:notesTextViewPr>
  <p:notesViewPr>
    <p:cSldViewPr snapToGrid="0">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2/18/2026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2/18/2026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a:t>
            </a:fld>
            <a:endParaRPr lang="en-US" dirty="0"/>
          </a:p>
        </p:txBody>
      </p:sp>
    </p:spTree>
    <p:extLst>
      <p:ext uri="{BB962C8B-B14F-4D97-AF65-F5344CB8AC3E}">
        <p14:creationId xmlns:p14="http://schemas.microsoft.com/office/powerpoint/2010/main" val="1383535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40080" y="4671229"/>
            <a:ext cx="6655522" cy="1545336"/>
          </a:xfrm>
        </p:spPr>
        <p:txBody>
          <a:bodyPr anchor="b">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40080" y="640080"/>
            <a:ext cx="7478991" cy="3635797"/>
          </a:xfrm>
        </p:spPr>
        <p:txBody>
          <a:bodyPr anchor="t">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36586169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0440" y="4842220"/>
            <a:ext cx="7375466" cy="1014984"/>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0440" y="854239"/>
            <a:ext cx="7876287" cy="3592629"/>
          </a:xfrm>
        </p:spPr>
        <p:txBody>
          <a:bodyPr anchor="b">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23585965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4334808"/>
            <a:ext cx="8229599" cy="1414091"/>
          </a:xfrm>
        </p:spPr>
        <p:txBody>
          <a:bodyPr>
            <a:normAutofit/>
          </a:bodyPr>
          <a:lstStyle>
            <a:lvl1pPr marL="0" indent="0" algn="ctr">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4400"/>
            </a:lvl1pPr>
          </a:lstStyle>
          <a:p>
            <a:r>
              <a:rPr lang="en-US"/>
              <a:t>Click to edit Master title style</a:t>
            </a:r>
            <a:endParaRPr lang="en-US" dirty="0"/>
          </a:p>
        </p:txBody>
      </p:sp>
    </p:spTree>
    <p:extLst>
      <p:ext uri="{BB962C8B-B14F-4D97-AF65-F5344CB8AC3E}">
        <p14:creationId xmlns:p14="http://schemas.microsoft.com/office/powerpoint/2010/main" val="14786349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 y="1"/>
            <a:ext cx="11807950" cy="4769446"/>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2/18/2026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7" y="6023021"/>
            <a:ext cx="10690154" cy="480373"/>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7" y="4944365"/>
            <a:ext cx="10690154" cy="914482"/>
          </a:xfrm>
        </p:spPr>
        <p:txBody>
          <a:bodyPr anchor="b">
            <a:normAutofit/>
          </a:bodyPr>
          <a:lstStyle>
            <a:lvl1pPr algn="l">
              <a:defRPr sz="3200"/>
            </a:lvl1pPr>
          </a:lstStyle>
          <a:p>
            <a:r>
              <a:rPr lang="en-US"/>
              <a:t>Click to edit Master title style</a:t>
            </a:r>
            <a:endParaRPr lang="en-US" dirty="0"/>
          </a:p>
        </p:txBody>
      </p:sp>
    </p:spTree>
    <p:extLst>
      <p:ext uri="{BB962C8B-B14F-4D97-AF65-F5344CB8AC3E}">
        <p14:creationId xmlns:p14="http://schemas.microsoft.com/office/powerpoint/2010/main" val="30177760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11582532" y="244342"/>
            <a:ext cx="853812" cy="365125"/>
          </a:xfrm>
        </p:spPr>
        <p:txBody>
          <a:bodyPr/>
          <a:lstStyle>
            <a:lvl1pPr>
              <a:defRPr>
                <a:solidFill>
                  <a:schemeClr val="tx1"/>
                </a:solidFill>
                <a:effectLst/>
              </a:defRPr>
            </a:lvl1pPr>
          </a:lstStyle>
          <a:p>
            <a:fld id="{886426EA-0386-4881-8D6D-3F08C95C4A7F}" type="datetime1">
              <a:rPr lang="en-US" smtClean="0"/>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4731335"/>
            <a:ext cx="4055107" cy="1184585"/>
          </a:xfrm>
        </p:spPr>
        <p:txBody>
          <a:bodyPr anchor="t">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055108" cy="3475236"/>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183138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188802" y="0"/>
            <a:ext cx="6619138"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12" name="Date Placeholder 6">
            <a:extLst>
              <a:ext uri="{FF2B5EF4-FFF2-40B4-BE49-F238E27FC236}">
                <a16:creationId xmlns:a16="http://schemas.microsoft.com/office/drawing/2014/main" id="{1E3A5278-B5E1-FBBE-AF4B-151288A16699}"/>
              </a:ext>
            </a:extLst>
          </p:cNvPr>
          <p:cNvSpPr>
            <a:spLocks noGrp="1"/>
          </p:cNvSpPr>
          <p:nvPr>
            <p:ph type="dt" sz="half" idx="14"/>
          </p:nvPr>
        </p:nvSpPr>
        <p:spPr>
          <a:xfrm rot="16200000">
            <a:off x="11579347" y="228600"/>
            <a:ext cx="841248" cy="384048"/>
          </a:xfrm>
        </p:spPr>
        <p:txBody>
          <a:bodyPr/>
          <a:lstStyle/>
          <a:p>
            <a:fld id="{1FE1A989-42EF-40B2-87AB-6941C231CD4A}" type="datetime1">
              <a:rPr lang="en-US" smtClean="0"/>
              <a:t>2/18/2026</a:t>
            </a:fld>
            <a:endParaRPr lang="en-US" dirty="0"/>
          </a:p>
        </p:txBody>
      </p:sp>
      <p:sp>
        <p:nvSpPr>
          <p:cNvPr id="13" name="Footer Placeholder 7">
            <a:extLst>
              <a:ext uri="{FF2B5EF4-FFF2-40B4-BE49-F238E27FC236}">
                <a16:creationId xmlns:a16="http://schemas.microsoft.com/office/drawing/2014/main" id="{78D40854-7295-C18A-ECA9-35F0B7731B26}"/>
              </a:ext>
            </a:extLst>
          </p:cNvPr>
          <p:cNvSpPr>
            <a:spLocks noGrp="1"/>
          </p:cNvSpPr>
          <p:nvPr>
            <p:ph type="ftr" sz="quarter" idx="15"/>
          </p:nvPr>
        </p:nvSpPr>
        <p:spPr>
          <a:xfrm rot="16200000">
            <a:off x="9332362" y="3316833"/>
            <a:ext cx="5335225" cy="384055"/>
          </a:xfrm>
        </p:spPr>
        <p:txBody>
          <a:bodyPr/>
          <a:lstStyle/>
          <a:p>
            <a:r>
              <a:rPr lang="en-US"/>
              <a:t>Sample Footer Text</a:t>
            </a:r>
            <a:endParaRPr lang="en-US" dirty="0"/>
          </a:p>
        </p:txBody>
      </p:sp>
      <p:sp>
        <p:nvSpPr>
          <p:cNvPr id="14" name="Slide Number Placeholder 8">
            <a:extLst>
              <a:ext uri="{FF2B5EF4-FFF2-40B4-BE49-F238E27FC236}">
                <a16:creationId xmlns:a16="http://schemas.microsoft.com/office/drawing/2014/main" id="{EA127F09-58C9-5029-F86D-539EE848D4E6}"/>
              </a:ext>
            </a:extLst>
          </p:cNvPr>
          <p:cNvSpPr>
            <a:spLocks noGrp="1"/>
          </p:cNvSpPr>
          <p:nvPr>
            <p:ph type="sldNum" sz="quarter" idx="16"/>
          </p:nvPr>
        </p:nvSpPr>
        <p:spPr>
          <a:xfrm rot="16200000">
            <a:off x="11659214" y="6325209"/>
            <a:ext cx="681526" cy="384055"/>
          </a:xfrm>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8" y="4795730"/>
            <a:ext cx="4056192" cy="1380744"/>
          </a:xfrm>
        </p:spPr>
        <p:txBody>
          <a:bodyPr anchor="b">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8" y="640079"/>
            <a:ext cx="4056192" cy="3737921"/>
          </a:xfrm>
        </p:spPr>
        <p:txBody>
          <a:bodyPr anchor="t">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21719151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hoto 4">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A26D96A-42E4-8591-AB40-44F5803CFF68}"/>
              </a:ext>
            </a:extLst>
          </p:cNvPr>
          <p:cNvSpPr>
            <a:spLocks noGrp="1"/>
          </p:cNvSpPr>
          <p:nvPr>
            <p:ph type="pic" idx="10"/>
          </p:nvPr>
        </p:nvSpPr>
        <p:spPr>
          <a:xfrm>
            <a:off x="6096000" y="0"/>
            <a:ext cx="609600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548648" y="5557298"/>
            <a:ext cx="5091864" cy="883258"/>
          </a:xfrm>
        </p:spPr>
        <p:txBody>
          <a:bodyPr lIns="91440" tIns="91440" rIns="0" bIns="0" anchor="t">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548648" y="417444"/>
            <a:ext cx="5091864" cy="4890965"/>
          </a:xfrm>
        </p:spPr>
        <p:txBody>
          <a:bodyPr lIns="91440" tIns="91440" rIns="0" bIns="0" anchor="b">
            <a:noAutofit/>
          </a:bodyPr>
          <a:lstStyle>
            <a:lvl1pPr algn="l">
              <a:defRPr sz="3600" cap="all" baseline="0"/>
            </a:lvl1pPr>
          </a:lstStyle>
          <a:p>
            <a:r>
              <a:rPr lang="en-US" dirty="0"/>
              <a:t>CLICK TO EDIT MASTER TITLE STYLE</a:t>
            </a:r>
          </a:p>
        </p:txBody>
      </p:sp>
    </p:spTree>
    <p:extLst>
      <p:ext uri="{BB962C8B-B14F-4D97-AF65-F5344CB8AC3E}">
        <p14:creationId xmlns:p14="http://schemas.microsoft.com/office/powerpoint/2010/main" val="350237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bg1">
            <a:alpha val="99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7DE541-D546-A518-2627-DF4D33C643AA}"/>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EE2A7A0-B9EE-41A8-8016-28E5803F20B2}" type="datetime1">
              <a:rPr lang="en-US" smtClean="0"/>
              <a:pPr/>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40080" y="640077"/>
            <a:ext cx="7763256" cy="594637"/>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40080" y="1630067"/>
            <a:ext cx="7772400" cy="4572000"/>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40968359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2/18/2026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0080" y="2662000"/>
            <a:ext cx="8467558" cy="3554565"/>
          </a:xfrm>
        </p:spPr>
        <p:txBody>
          <a:bodyPr>
            <a:normAutofit/>
          </a:bodyPr>
          <a:lstStyle>
            <a:lvl1pPr>
              <a:lnSpc>
                <a:spcPct val="100000"/>
              </a:lnSpc>
              <a:defRPr sz="2400"/>
            </a:lvl1pPr>
            <a:lvl2pPr>
              <a:lnSpc>
                <a:spcPct val="100000"/>
              </a:lnSpc>
              <a:defRPr sz="2000"/>
            </a:lvl2pPr>
            <a:lvl3pPr>
              <a:lnSpc>
                <a:spcPct val="100000"/>
              </a:lnSpc>
              <a:defRPr sz="1800"/>
            </a:lvl3pPr>
            <a:lvl4pPr>
              <a:lnSpc>
                <a:spcPct val="100000"/>
              </a:lnSpc>
              <a:defRPr sz="16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40080" y="664108"/>
            <a:ext cx="8467558" cy="1554480"/>
          </a:xfrm>
        </p:spPr>
        <p:txBody>
          <a:bodyPr anchor="b">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899420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82880" y="940312"/>
            <a:ext cx="11442188" cy="567696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315874"/>
            <a:ext cx="11442188" cy="528186"/>
          </a:xfrm>
        </p:spPr>
        <p:txBody>
          <a:bodyPr anchor="ctr">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81318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82880" y="367091"/>
            <a:ext cx="11422799" cy="612381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1492135"/>
            <a:ext cx="10515600" cy="1325880"/>
          </a:xfrm>
        </p:spPr>
        <p:txBody>
          <a:bodyPr anchor="ct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980223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76" y="2220977"/>
            <a:ext cx="10688608"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640080"/>
            <a:ext cx="10690155" cy="1185545"/>
          </a:xfrm>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67807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3992" y="2386584"/>
            <a:ext cx="4804811" cy="24597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914400" indent="0">
              <a:lnSpc>
                <a:spcPct val="10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2385975"/>
            <a:ext cx="4804812" cy="2454796"/>
          </a:xfrm>
        </p:spPr>
        <p:txBody>
          <a:bodyPr>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968027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65099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Content Placeholder 7">
            <a:extLst>
              <a:ext uri="{FF2B5EF4-FFF2-40B4-BE49-F238E27FC236}">
                <a16:creationId xmlns:a16="http://schemas.microsoft.com/office/drawing/2014/main" id="{DD74ED7B-D05F-9923-6EB3-4AA483A680F4}"/>
              </a:ext>
            </a:extLst>
          </p:cNvPr>
          <p:cNvSpPr>
            <a:spLocks noGrp="1"/>
          </p:cNvSpPr>
          <p:nvPr>
            <p:ph sz="quarter" idx="13"/>
          </p:nvPr>
        </p:nvSpPr>
        <p:spPr>
          <a:xfrm>
            <a:off x="5414320" y="1538288"/>
            <a:ext cx="5824481" cy="475234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1537853"/>
            <a:ext cx="4317026" cy="4752779"/>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877302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38655" y="640080"/>
            <a:ext cx="5779644" cy="55764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69151" y="640080"/>
            <a:ext cx="4296522" cy="5576485"/>
          </a:xfrm>
        </p:spPr>
        <p:txBody>
          <a:bodyPr>
            <a:norm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1030924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35995" y="640080"/>
            <a:ext cx="6802805" cy="55764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640080"/>
            <a:ext cx="3338701" cy="5576486"/>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255074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11577950" y="230002"/>
            <a:ext cx="844059" cy="384049"/>
          </a:xfrm>
        </p:spPr>
        <p:txBody>
          <a:bodyPr/>
          <a:lstStyle/>
          <a:p>
            <a:fld id="{8FACD271-2BB0-4C13-9E3A-50B90F57CA5B}" type="datetime1">
              <a:rPr lang="en-US" smtClean="0"/>
              <a:t>2/18/2026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2532" y="2220977"/>
            <a:ext cx="5896267"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2532" y="640080"/>
            <a:ext cx="5896266" cy="1185544"/>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9138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40728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2/18/2026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9313727" y="3338289"/>
            <a:ext cx="5372504" cy="384048"/>
          </a:xfrm>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rot="16200000">
            <a:off x="11679261" y="6345259"/>
            <a:ext cx="641434" cy="384046"/>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7" y="2220977"/>
            <a:ext cx="6282871"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521" y="640080"/>
            <a:ext cx="6282871" cy="1185544"/>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34747407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379614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11577948" y="230003"/>
            <a:ext cx="844058" cy="384051"/>
          </a:xfrm>
        </p:spPr>
        <p:txBody>
          <a:bodyPr/>
          <a:lstStyle/>
          <a:p>
            <a:fld id="{1A5F77D0-C28E-4573-88F0-0A30FF98888E}" type="datetime1">
              <a:rPr lang="en-US" smtClean="0"/>
              <a:t>2/18/2026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344788" y="2220977"/>
            <a:ext cx="6894013" cy="399558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44788" y="640080"/>
            <a:ext cx="6894013" cy="118554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824441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707688" y="0"/>
            <a:ext cx="4100261"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2/18/2026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9313724" y="3338288"/>
            <a:ext cx="5372504" cy="384048"/>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rot="16200000">
            <a:off x="11679263" y="6345259"/>
            <a:ext cx="641434" cy="38404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7" y="2220977"/>
            <a:ext cx="6569391" cy="3995588"/>
          </a:xfrm>
        </p:spPr>
        <p:txBody>
          <a:bodyPr/>
          <a:lstStyle>
            <a:lvl1pPr>
              <a:lnSpc>
                <a:spcPct val="100000"/>
              </a:lnSpc>
              <a:defRPr sz="18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80"/>
            <a:ext cx="6569391" cy="1185544"/>
          </a:xfrm>
        </p:spPr>
        <p:txBody>
          <a:bodyPr anchor="b"/>
          <a:lstStyle/>
          <a:p>
            <a:r>
              <a:rPr lang="en-US"/>
              <a:t>Click to edit Master title style</a:t>
            </a:r>
          </a:p>
        </p:txBody>
      </p:sp>
    </p:spTree>
    <p:extLst>
      <p:ext uri="{BB962C8B-B14F-4D97-AF65-F5344CB8AC3E}">
        <p14:creationId xmlns:p14="http://schemas.microsoft.com/office/powerpoint/2010/main" val="4011749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7947" y="230005"/>
            <a:ext cx="844059" cy="384049"/>
          </a:xfrm>
        </p:spPr>
        <p:txBody>
          <a:bodyPr/>
          <a:lstStyle>
            <a:lvl1pPr>
              <a:defRPr>
                <a:solidFill>
                  <a:schemeClr val="tx1"/>
                </a:solidFill>
                <a:effectLst/>
              </a:defRPr>
            </a:lvl1pPr>
          </a:lstStyle>
          <a:p>
            <a:fld id="{EE468DAA-49F6-4492-82E6-75555EB31418}"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80661" y="2506738"/>
            <a:ext cx="4058141" cy="370847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0661" y="640080"/>
            <a:ext cx="4058142" cy="1469952"/>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8536604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342313" y="0"/>
            <a:ext cx="6445856"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69792" y="219040"/>
            <a:ext cx="841248" cy="403167"/>
          </a:xfrm>
        </p:spPr>
        <p:txBody>
          <a:bodyPr/>
          <a:lstStyle/>
          <a:p>
            <a:fld id="{41D22668-A3AE-429F-A351-A1583BA90793}"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02759" y="3327321"/>
            <a:ext cx="5375314" cy="403168"/>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69700" y="6335696"/>
            <a:ext cx="641433" cy="403167"/>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8" y="2506737"/>
            <a:ext cx="4243632" cy="370982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507" y="640079"/>
            <a:ext cx="4244436" cy="1470381"/>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9137735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7947" y="230005"/>
            <a:ext cx="844060" cy="384048"/>
          </a:xfrm>
        </p:spPr>
        <p:txBody>
          <a:bodyPr/>
          <a:lstStyle>
            <a:lvl1pPr>
              <a:defRPr>
                <a:solidFill>
                  <a:schemeClr val="tx1"/>
                </a:solidFill>
                <a:effectLst/>
              </a:defRPr>
            </a:lvl1pPr>
          </a:lstStyle>
          <a:p>
            <a:fld id="{CB3A2E2B-8F4D-437C-9F55-5E913AFC716A}"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40888" y="1745672"/>
            <a:ext cx="4218419" cy="447089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40889" y="640080"/>
            <a:ext cx="4217598" cy="93268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3116772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24251" y="0"/>
            <a:ext cx="627428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4644" y="223888"/>
            <a:ext cx="841248" cy="393471"/>
          </a:xfrm>
        </p:spPr>
        <p:txBody>
          <a:bodyPr/>
          <a:lstStyle/>
          <a:p>
            <a:fld id="{46C70014-48FC-4647-9615-BBD39F98887D}"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07611" y="3332170"/>
            <a:ext cx="5375316" cy="393471"/>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75228" y="6339869"/>
            <a:ext cx="640080" cy="393471"/>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7" y="1602889"/>
            <a:ext cx="4426953" cy="46136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320040"/>
            <a:ext cx="4426953" cy="115375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692388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11579353" y="228599"/>
            <a:ext cx="841248" cy="384051"/>
          </a:xfrm>
        </p:spPr>
        <p:txBody>
          <a:bodyPr/>
          <a:lstStyle/>
          <a:p>
            <a:fld id="{C089F4EF-3CDF-46D7-ADF4-3A52C84FD8BE}" type="datetime1">
              <a:rPr lang="en-US" smtClean="0"/>
              <a:t>2/18/2026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9312317" y="3336881"/>
            <a:ext cx="5375316" cy="384051"/>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32918" y="2285999"/>
            <a:ext cx="3126383" cy="393056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2791" y="640079"/>
            <a:ext cx="3126511" cy="1470381"/>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4211003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382601" y="0"/>
            <a:ext cx="7430217"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81787" y="227618"/>
            <a:ext cx="841248" cy="379182"/>
          </a:xfrm>
        </p:spPr>
        <p:txBody>
          <a:bodyPr/>
          <a:lstStyle/>
          <a:p>
            <a:fld id="{E635C43F-DBB1-4D83-B442-E1529AA900C2}"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32304" y="3318349"/>
            <a:ext cx="5340213" cy="379182"/>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62434" y="6328433"/>
            <a:ext cx="679953" cy="379181"/>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8" y="2346897"/>
            <a:ext cx="3285306" cy="383115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9"/>
            <a:ext cx="3285306" cy="1470381"/>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23892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88816" y="228597"/>
            <a:ext cx="841248" cy="384052"/>
          </a:xfrm>
        </p:spPr>
        <p:txBody>
          <a:bodyPr/>
          <a:lstStyle>
            <a:lvl1pPr>
              <a:defRPr>
                <a:solidFill>
                  <a:schemeClr val="tx1"/>
                </a:solidFill>
                <a:effectLst/>
              </a:defRPr>
            </a:lvl1pPr>
          </a:lstStyle>
          <a:p>
            <a:fld id="{2D13F81E-C5BD-4314-B9B9-AAE2702F29D2}"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18449" y="3340209"/>
            <a:ext cx="5372517" cy="374587"/>
          </a:xfrm>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2894707" cy="2953512"/>
          </a:xfrm>
        </p:spPr>
        <p:txBody>
          <a:bodyPr>
            <a:normAutofit/>
          </a:bodyPr>
          <a:lstStyle>
            <a:lvl1pPr marL="0" indent="0">
              <a:lnSpc>
                <a:spcPct val="100000"/>
              </a:lnSpc>
              <a:buNone/>
              <a:defRPr sz="2400"/>
            </a:lvl1pPr>
            <a:lvl2pPr marL="228600" indent="0">
              <a:lnSpc>
                <a:spcPct val="100000"/>
              </a:lnSpc>
              <a:buNone/>
              <a:defRPr sz="2000"/>
            </a:lvl2pPr>
            <a:lvl3pPr marL="457200" indent="0">
              <a:lnSpc>
                <a:spcPct val="100000"/>
              </a:lnSpc>
              <a:buNone/>
              <a:defRPr sz="1800"/>
            </a:lvl3pPr>
            <a:lvl4pPr marL="685800" indent="0">
              <a:lnSpc>
                <a:spcPct val="100000"/>
              </a:lnSpc>
              <a:buNone/>
              <a:defRPr sz="1600"/>
            </a:lvl4pPr>
            <a:lvl5pPr marL="914400"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2894707" cy="1942773"/>
          </a:xfrm>
        </p:spPr>
        <p:txBody>
          <a:bodyPr anchor="b"/>
          <a:lstStyle/>
          <a:p>
            <a:r>
              <a:rPr lang="en-US" dirty="0"/>
              <a:t>Click to edit Master title style</a:t>
            </a:r>
          </a:p>
        </p:txBody>
      </p:sp>
    </p:spTree>
    <p:extLst>
      <p:ext uri="{BB962C8B-B14F-4D97-AF65-F5344CB8AC3E}">
        <p14:creationId xmlns:p14="http://schemas.microsoft.com/office/powerpoint/2010/main" val="31722170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1807952" cy="463513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414320" y="5070445"/>
            <a:ext cx="5803979" cy="1332152"/>
          </a:xfrm>
        </p:spPr>
        <p:txBody>
          <a:bodyPr>
            <a:noAutofit/>
          </a:bodyPr>
          <a:lstStyle>
            <a:lvl1pPr marL="0" indent="0">
              <a:lnSpc>
                <a:spcPct val="100000"/>
              </a:lnSpc>
              <a:buFont typeface="Arial" panose="020B0604020202020204" pitchFamily="34" charset="0"/>
              <a:buNone/>
              <a:defRPr sz="1600"/>
            </a:lvl1pPr>
            <a:lvl2pPr marL="228600" indent="0">
              <a:lnSpc>
                <a:spcPct val="100000"/>
              </a:lnSpc>
              <a:buFont typeface="Arial" panose="020B0604020202020204" pitchFamily="34" charset="0"/>
              <a:buNone/>
              <a:defRPr sz="1400"/>
            </a:lvl2pPr>
            <a:lvl3pPr marL="457200" indent="0">
              <a:lnSpc>
                <a:spcPct val="100000"/>
              </a:lnSpc>
              <a:buFont typeface="Arial" panose="020B0604020202020204" pitchFamily="34" charset="0"/>
              <a:buNone/>
              <a:defRPr sz="1200"/>
            </a:lvl3pPr>
            <a:lvl4pPr marL="685800" indent="0">
              <a:lnSpc>
                <a:spcPct val="100000"/>
              </a:lnSpc>
              <a:buFont typeface="Arial" panose="020B0604020202020204" pitchFamily="34" charset="0"/>
              <a:buNone/>
              <a:defRPr sz="1100"/>
            </a:lvl4pPr>
            <a:lvl5pPr marL="914400" indent="0">
              <a:lnSpc>
                <a:spcPct val="100000"/>
              </a:lnSpc>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5070446"/>
            <a:ext cx="4317026" cy="1332152"/>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4996610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1807952" cy="377827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21144" y="4197652"/>
            <a:ext cx="7317660" cy="2204945"/>
          </a:xfrm>
        </p:spPr>
        <p:txBody>
          <a:bodyPr>
            <a:noAutofit/>
          </a:bodyPr>
          <a:lstStyle>
            <a:lvl1pPr marL="285750" indent="-285750">
              <a:lnSpc>
                <a:spcPct val="100000"/>
              </a:lnSpc>
              <a:buFont typeface="Arial" panose="020B0604020202020204" pitchFamily="34" charset="0"/>
              <a:buChar char="•"/>
              <a:defRPr sz="1800"/>
            </a:lvl1pPr>
            <a:lvl2pPr marL="514350" indent="-285750">
              <a:lnSpc>
                <a:spcPct val="100000"/>
              </a:lnSpc>
              <a:buFont typeface="Arial" panose="020B0604020202020204" pitchFamily="34" charset="0"/>
              <a:buChar char="•"/>
              <a:defRPr sz="1600"/>
            </a:lvl2pPr>
            <a:lvl3pPr marL="742950" indent="-285750">
              <a:lnSpc>
                <a:spcPct val="100000"/>
              </a:lnSpc>
              <a:buFont typeface="Arial" panose="020B0604020202020204" pitchFamily="34" charset="0"/>
              <a:buChar char="•"/>
              <a:defRPr sz="1400"/>
            </a:lvl3pPr>
            <a:lvl4pPr marL="857250" indent="-171450">
              <a:lnSpc>
                <a:spcPct val="100000"/>
              </a:lnSpc>
              <a:buFont typeface="Arial" panose="020B0604020202020204" pitchFamily="34" charset="0"/>
              <a:buChar char="•"/>
              <a:defRPr sz="1200"/>
            </a:lvl4pPr>
            <a:lvl5pPr marL="1085850" indent="-171450">
              <a:lnSpc>
                <a:spcPct val="100000"/>
              </a:lnSpc>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4194674"/>
            <a:ext cx="2823849" cy="2204944"/>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434622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3079730"/>
            <a:ext cx="11807947" cy="377827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56490" y="251460"/>
            <a:ext cx="886968" cy="384048"/>
          </a:xfrm>
        </p:spPr>
        <p:txBody>
          <a:bodyPr/>
          <a:lstStyle/>
          <a:p>
            <a:fld id="{9128053F-E531-4885-B604-CF1A6DEEE405}"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32422" y="3362497"/>
            <a:ext cx="5335109" cy="384049"/>
          </a:xfrm>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79934" y="6350094"/>
            <a:ext cx="640080" cy="384048"/>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9328" y="640077"/>
            <a:ext cx="7099472" cy="2016112"/>
          </a:xfrm>
        </p:spPr>
        <p:txBody>
          <a:bodyPr>
            <a:noAutofit/>
          </a:bodyPr>
          <a:lstStyle>
            <a:lvl1pPr marL="285750" indent="-285750">
              <a:lnSpc>
                <a:spcPct val="100000"/>
              </a:lnSpc>
              <a:buFont typeface="Arial" panose="020B0604020202020204" pitchFamily="34" charset="0"/>
              <a:buChar char="•"/>
              <a:defRPr sz="1800"/>
            </a:lvl1pPr>
            <a:lvl2pPr marL="514350" indent="-285750">
              <a:lnSpc>
                <a:spcPct val="100000"/>
              </a:lnSpc>
              <a:buFont typeface="Arial" panose="020B0604020202020204" pitchFamily="34" charset="0"/>
              <a:buChar char="•"/>
              <a:defRPr sz="1600"/>
            </a:lvl2pPr>
            <a:lvl3pPr marL="742950" indent="-285750">
              <a:lnSpc>
                <a:spcPct val="100000"/>
              </a:lnSpc>
              <a:buFont typeface="Arial" panose="020B0604020202020204" pitchFamily="34" charset="0"/>
              <a:buChar char="•"/>
              <a:defRPr sz="1400"/>
            </a:lvl3pPr>
            <a:lvl4pPr marL="857250" indent="-171450">
              <a:lnSpc>
                <a:spcPct val="100000"/>
              </a:lnSpc>
              <a:buFont typeface="Arial" panose="020B0604020202020204" pitchFamily="34" charset="0"/>
              <a:buChar char="•"/>
              <a:defRPr sz="1200"/>
            </a:lvl4pPr>
            <a:lvl5pPr marL="1085850" indent="-171450">
              <a:lnSpc>
                <a:spcPct val="100000"/>
              </a:lnSpc>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6" y="640077"/>
            <a:ext cx="3021529" cy="2011953"/>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5777561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9152" y="1993348"/>
            <a:ext cx="5442604" cy="4220413"/>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580910" y="1993349"/>
            <a:ext cx="4657891" cy="4220413"/>
          </a:xfrm>
        </p:spPr>
        <p:txBody>
          <a:bodyPr/>
          <a:lstStyle>
            <a:lvl1pPr>
              <a:lnSpc>
                <a:spcPct val="100000"/>
              </a:lnSpc>
              <a:defRPr sz="18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8"/>
            <a:ext cx="10690154" cy="93388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3820285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48647" y="2662000"/>
            <a:ext cx="4907263" cy="355176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04554" y="640077"/>
            <a:ext cx="5234247" cy="55736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77"/>
            <a:ext cx="4907265" cy="1602540"/>
          </a:xfrm>
        </p:spPr>
        <p:txBody>
          <a:bodyPr>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6140625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48647" y="2662000"/>
            <a:ext cx="3871623" cy="355176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8917" y="640077"/>
            <a:ext cx="6249382" cy="55736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77"/>
            <a:ext cx="3871623" cy="1602540"/>
          </a:xfrm>
        </p:spPr>
        <p:txBody>
          <a:bodyPr lIns="91440" tIns="91440"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4781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7" y="5299364"/>
            <a:ext cx="10746884" cy="914398"/>
          </a:xfrm>
        </p:spPr>
        <p:txBody>
          <a:bodyPr anchor="t">
            <a:normAutofit/>
          </a:bodyPr>
          <a:lstStyle>
            <a:lvl1pPr marL="0" indent="0" algn="l">
              <a:lnSpc>
                <a:spcPct val="100000"/>
              </a:lnSpc>
              <a:buNone/>
              <a:defRPr sz="22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8" y="640078"/>
            <a:ext cx="10746881" cy="4261106"/>
          </a:xfrm>
        </p:spPr>
        <p:txBody>
          <a:bodyPr anchor="b">
            <a:normAutofit/>
          </a:bodyPr>
          <a:lstStyle>
            <a:lvl1pPr algn="l">
              <a:defRPr sz="20000">
                <a:solidFill>
                  <a:schemeClr val="tx1"/>
                </a:solidFill>
              </a:defRPr>
            </a:lvl1pPr>
          </a:lstStyle>
          <a:p>
            <a:r>
              <a:rPr lang="en-US" dirty="0"/>
              <a:t>##%</a:t>
            </a:r>
          </a:p>
        </p:txBody>
      </p:sp>
    </p:spTree>
    <p:extLst>
      <p:ext uri="{BB962C8B-B14F-4D97-AF65-F5344CB8AC3E}">
        <p14:creationId xmlns:p14="http://schemas.microsoft.com/office/powerpoint/2010/main" val="21893946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87636"/>
            <a:ext cx="7525512" cy="122612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8" y="640078"/>
            <a:ext cx="10690156" cy="4169666"/>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33920166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3">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EAFE8D-E6F6-F95B-AE55-3E20B32F4478}"/>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483EFCC7-B7E8-4ABE-BBCB-C75FD27800CD}" type="datetime1">
              <a:rPr lang="en-US" smtClean="0"/>
              <a:pPr/>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87636"/>
            <a:ext cx="7525512" cy="122612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7" y="640078"/>
            <a:ext cx="10690156" cy="4169666"/>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42401474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140A1F3-DA5D-4F2E-B759-748FF8D0ACA9}" type="datetime1">
              <a:rPr lang="en-US" smtClean="0"/>
              <a:t>2/18/2026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640078"/>
            <a:ext cx="8238746" cy="5573684"/>
          </a:xfrm>
        </p:spPr>
        <p:txBody>
          <a:bodyPr anchor="ctr">
            <a:noAutofit/>
          </a:bodyPr>
          <a:lstStyle>
            <a:lvl1pPr marL="0" indent="0">
              <a:lnSpc>
                <a:spcPct val="100000"/>
              </a:lnSpc>
              <a:buNone/>
              <a:defRPr sz="4000" b="1"/>
            </a:lvl1pPr>
            <a:lvl2pPr marL="228600" indent="0">
              <a:lnSpc>
                <a:spcPct val="100000"/>
              </a:lnSpc>
              <a:buNone/>
              <a:defRPr sz="4000" b="1"/>
            </a:lvl2pPr>
            <a:lvl3pPr marL="457200" indent="0">
              <a:lnSpc>
                <a:spcPct val="100000"/>
              </a:lnSpc>
              <a:buNone/>
              <a:defRPr sz="4000" b="1"/>
            </a:lvl3pPr>
            <a:lvl4pPr marL="685800" indent="0">
              <a:lnSpc>
                <a:spcPct val="100000"/>
              </a:lnSpc>
              <a:buNone/>
              <a:defRPr sz="40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888197"/>
            <a:ext cx="10652760" cy="779015"/>
          </a:xfrm>
        </p:spPr>
        <p:txBody>
          <a:bodyPr/>
          <a:lstStyle/>
          <a:p>
            <a:r>
              <a:rPr lang="en-US"/>
              <a:t>Click to edit Master title style</a:t>
            </a:r>
          </a:p>
        </p:txBody>
      </p:sp>
    </p:spTree>
    <p:extLst>
      <p:ext uri="{BB962C8B-B14F-4D97-AF65-F5344CB8AC3E}">
        <p14:creationId xmlns:p14="http://schemas.microsoft.com/office/powerpoint/2010/main" val="3049928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01B1322-4C31-4D1F-88B1-5F79F56892AE}" type="datetime1">
              <a:rPr lang="en-US" smtClean="0"/>
              <a:t>2/18/2026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841525"/>
            <a:ext cx="8238746" cy="591075"/>
          </a:xfrm>
        </p:spPr>
        <p:txBody>
          <a:bodyPr anchor="b">
            <a:noAutofit/>
          </a:bodyPr>
          <a:lstStyle>
            <a:lvl1pPr marL="0" indent="0">
              <a:lnSpc>
                <a:spcPct val="100000"/>
              </a:lnSpc>
              <a:buNone/>
              <a:defRPr sz="18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Master title style</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40078" y="841257"/>
            <a:ext cx="9764686" cy="5372505"/>
          </a:xfrm>
        </p:spPr>
        <p:txBody>
          <a:bodyPr anchor="b"/>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0821880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2/18/2026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640078"/>
            <a:ext cx="8238746" cy="5573684"/>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26124799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dirty="0"/>
              <a:t>Click to edit Quote</a:t>
            </a:r>
          </a:p>
        </p:txBody>
      </p:sp>
    </p:spTree>
    <p:extLst>
      <p:ext uri="{BB962C8B-B14F-4D97-AF65-F5344CB8AC3E}">
        <p14:creationId xmlns:p14="http://schemas.microsoft.com/office/powerpoint/2010/main" val="30128999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2">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980CAA-82CE-AE1A-79D9-74B40375C465}"/>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9247CA6-BC1D-429A-A289-4E939E49554A}" type="datetime1">
              <a:rPr lang="en-US" smtClean="0"/>
              <a:pPr/>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3200" b="0"/>
            </a:lvl1pPr>
          </a:lstStyle>
          <a:p>
            <a:r>
              <a:rPr lang="en-US" dirty="0"/>
              <a:t>Click to edit Quote</a:t>
            </a:r>
          </a:p>
        </p:txBody>
      </p:sp>
    </p:spTree>
    <p:extLst>
      <p:ext uri="{BB962C8B-B14F-4D97-AF65-F5344CB8AC3E}">
        <p14:creationId xmlns:p14="http://schemas.microsoft.com/office/powerpoint/2010/main" val="29823345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2/18/2026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40076" y="5669280"/>
            <a:ext cx="8933691" cy="544482"/>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40078" y="1234440"/>
            <a:ext cx="8933690" cy="3169920"/>
          </a:xfrm>
        </p:spPr>
        <p:txBody>
          <a:bodyPr anchor="ctr">
            <a:normAutofit/>
          </a:bodyPr>
          <a:lstStyle>
            <a:lvl1pPr algn="l">
              <a:lnSpc>
                <a:spcPct val="100000"/>
              </a:lnSpc>
              <a:defRPr sz="4000" b="0"/>
            </a:lvl1pPr>
          </a:lstStyle>
          <a:p>
            <a:r>
              <a:rPr lang="en-US" dirty="0"/>
              <a:t>Click to edit Quote</a:t>
            </a:r>
          </a:p>
        </p:txBody>
      </p:sp>
    </p:spTree>
    <p:extLst>
      <p:ext uri="{BB962C8B-B14F-4D97-AF65-F5344CB8AC3E}">
        <p14:creationId xmlns:p14="http://schemas.microsoft.com/office/powerpoint/2010/main" val="10324946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91CE83-67BA-4B15-B48A-7DC5C0636664}" type="datetime1">
              <a:rPr lang="en-US" smtClean="0"/>
              <a:pPr/>
              <a:t>2/18/2026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9A01C0A-2BB6-49E7-91A3-DCB9F9F59583}" type="slidenum">
              <a:rPr lang="en-US" smtClean="0"/>
              <a:pPr/>
              <a:t>‹#›</a:t>
            </a:fld>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066601" cy="435133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8" y="1825624"/>
            <a:ext cx="5066602" cy="438813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8"/>
            <a:ext cx="10690153" cy="1040820"/>
          </a:xfrm>
        </p:spPr>
        <p:txBody>
          <a:bodyPr/>
          <a:lstStyle/>
          <a:p>
            <a:r>
              <a:rPr lang="en-US"/>
              <a:t>Click to edit Master title style</a:t>
            </a:r>
            <a:endParaRPr lang="en-US" dirty="0"/>
          </a:p>
        </p:txBody>
      </p:sp>
    </p:spTree>
    <p:extLst>
      <p:ext uri="{BB962C8B-B14F-4D97-AF65-F5344CB8AC3E}">
        <p14:creationId xmlns:p14="http://schemas.microsoft.com/office/powerpoint/2010/main" val="638363647"/>
      </p:ext>
    </p:extLst>
  </p:cSld>
  <p:clrMapOvr>
    <a:masterClrMapping/>
  </p:clrMapOvr>
  <p:hf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2/18/2026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28076" y="2387600"/>
            <a:ext cx="5010725" cy="38261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28076" y="1826185"/>
            <a:ext cx="5010727" cy="419384"/>
          </a:xfrm>
        </p:spPr>
        <p:txBody>
          <a:bodyPr anchor="b">
            <a:normAutofit/>
          </a:bodyPr>
          <a:lstStyle>
            <a:lvl1pPr marL="0" indent="0">
              <a:lnSpc>
                <a:spcPct val="10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8" y="2387600"/>
            <a:ext cx="5110276" cy="38261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6" y="1826185"/>
            <a:ext cx="5110277" cy="419384"/>
          </a:xfrm>
        </p:spPr>
        <p:txBody>
          <a:bodyPr anchor="b">
            <a:normAutofit/>
          </a:bodyPr>
          <a:lstStyle>
            <a:lvl1pPr marL="0" indent="0">
              <a:lnSpc>
                <a:spcPct val="10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6" y="640078"/>
            <a:ext cx="10690157" cy="1050610"/>
          </a:xfrm>
        </p:spPr>
        <p:txBody>
          <a:bodyPr/>
          <a:lstStyle/>
          <a:p>
            <a:r>
              <a:rPr lang="en-US"/>
              <a:t>Click to edit Master title style</a:t>
            </a:r>
          </a:p>
        </p:txBody>
      </p:sp>
    </p:spTree>
    <p:extLst>
      <p:ext uri="{BB962C8B-B14F-4D97-AF65-F5344CB8AC3E}">
        <p14:creationId xmlns:p14="http://schemas.microsoft.com/office/powerpoint/2010/main" val="3974819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291CE83-67BA-4B15-B48A-7DC5C0636664}" type="datetime1">
              <a:rPr lang="en-US" smtClean="0"/>
              <a:pPr/>
              <a:t>2/18/2026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274182871"/>
      </p:ext>
    </p:extLst>
  </p:cSld>
  <p:clrMapOvr>
    <a:masterClrMapping/>
  </p:clrMapOvr>
  <p:hf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2/18/2026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039808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291CE83-67BA-4B15-B48A-7DC5C0636664}" type="datetime1">
              <a:rPr lang="en-US" smtClean="0"/>
              <a:pPr/>
              <a:t>2/18/2026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9A01C0A-2BB6-49E7-91A3-DCB9F9F59583}" type="slidenum">
              <a:rPr lang="en-US" smtClean="0"/>
              <a:pPr/>
              <a:t>‹#›</a:t>
            </a:fld>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43260" y="640078"/>
            <a:ext cx="6195542" cy="5573684"/>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7" y="2470245"/>
            <a:ext cx="3945971" cy="374351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2" y="640078"/>
            <a:ext cx="3945971" cy="1671043"/>
          </a:xfrm>
        </p:spPr>
        <p:txBody>
          <a:bodyPr anchor="t">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369325753"/>
      </p:ext>
    </p:extLst>
  </p:cSld>
  <p:clrMapOvr>
    <a:masterClrMapping/>
  </p:clrMapOvr>
  <p:hf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71883" y="640079"/>
            <a:ext cx="6285582" cy="5573684"/>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lvl1pPr marL="0" indent="0">
              <a:lnSpc>
                <a:spcPct val="100000"/>
              </a:lnSpc>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2/18/2026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7" y="2826137"/>
            <a:ext cx="3879130" cy="338762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4107" y="640079"/>
            <a:ext cx="3879129" cy="2021922"/>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288993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0645BE-AC35-911F-0084-2CC2C836EB4D}"/>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57987AA-E4E6-4FC1-BAD8-09A952212C58}" type="datetime1">
              <a:rPr lang="en-US" smtClean="0"/>
              <a:pPr/>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8" y="3594099"/>
            <a:ext cx="10690154" cy="2619663"/>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914400" indent="0">
              <a:lnSpc>
                <a:spcPct val="10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8" y="1847088"/>
            <a:ext cx="7408336" cy="1133856"/>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603044790"/>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7E2D40-0539-03CF-D61C-37822ABA17A8}"/>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043CF65F-0E21-48DE-8D75-4BF66A547E8E}" type="datetime1">
              <a:rPr lang="en-US" smtClean="0"/>
              <a:pPr/>
              <a:t>2/18/2026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7" y="3792262"/>
            <a:ext cx="8494767" cy="1279615"/>
          </a:xfrm>
        </p:spPr>
        <p:txBody>
          <a:bodyPr>
            <a:noAutofit/>
          </a:bodyPr>
          <a:lstStyle>
            <a:lvl1pPr marL="0" indent="0">
              <a:lnSpc>
                <a:spcPct val="100000"/>
              </a:lnSpc>
              <a:buNone/>
              <a:defRPr sz="2400"/>
            </a:lvl1pPr>
            <a:lvl2pPr marL="228600" indent="0">
              <a:lnSpc>
                <a:spcPct val="100000"/>
              </a:lnSpc>
              <a:buNone/>
              <a:defRPr sz="2000"/>
            </a:lvl2pPr>
            <a:lvl3pPr marL="457200" indent="0">
              <a:lnSpc>
                <a:spcPct val="100000"/>
              </a:lnSpc>
              <a:buNone/>
              <a:defRPr sz="1800"/>
            </a:lvl3pPr>
            <a:lvl4pPr marL="685800" indent="0">
              <a:lnSpc>
                <a:spcPct val="100000"/>
              </a:lnSpc>
              <a:buNone/>
              <a:defRPr sz="1600"/>
            </a:lvl4pPr>
            <a:lvl5pPr marL="914400"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1627318"/>
            <a:ext cx="8494767" cy="1842020"/>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977725097"/>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tent photo 18">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46C58F9-5CE0-4282-46E0-3E3A700FDB38}"/>
              </a:ext>
            </a:extLst>
          </p:cNvPr>
          <p:cNvSpPr>
            <a:spLocks noGrp="1"/>
          </p:cNvSpPr>
          <p:nvPr>
            <p:ph type="pic" sz="quarter" idx="10"/>
          </p:nvPr>
        </p:nvSpPr>
        <p:spPr>
          <a:xfrm>
            <a:off x="1395412" y="653461"/>
            <a:ext cx="4597556" cy="5549900"/>
          </a:xfrm>
          <a:custGeom>
            <a:avLst/>
            <a:gdLst>
              <a:gd name="connsiteX0" fmla="*/ 2179508 w 4597556"/>
              <a:gd name="connsiteY0" fmla="*/ 0 h 5549900"/>
              <a:gd name="connsiteX1" fmla="*/ 4597556 w 4597556"/>
              <a:gd name="connsiteY1" fmla="*/ 0 h 5549900"/>
              <a:gd name="connsiteX2" fmla="*/ 4597556 w 4597556"/>
              <a:gd name="connsiteY2" fmla="*/ 2476634 h 5549900"/>
              <a:gd name="connsiteX3" fmla="*/ 4502141 w 4597556"/>
              <a:gd name="connsiteY3" fmla="*/ 2476634 h 5549900"/>
              <a:gd name="connsiteX4" fmla="*/ 4502141 w 4597556"/>
              <a:gd name="connsiteY4" fmla="*/ 4729244 h 5549900"/>
              <a:gd name="connsiteX5" fmla="*/ 4597556 w 4597556"/>
              <a:gd name="connsiteY5" fmla="*/ 4729244 h 5549900"/>
              <a:gd name="connsiteX6" fmla="*/ 4597556 w 4597556"/>
              <a:gd name="connsiteY6" fmla="*/ 5549900 h 5549900"/>
              <a:gd name="connsiteX7" fmla="*/ 0 w 4597556"/>
              <a:gd name="connsiteY7" fmla="*/ 5549900 h 5549900"/>
              <a:gd name="connsiteX8" fmla="*/ 0 w 4597556"/>
              <a:gd name="connsiteY8" fmla="*/ 1321566 h 5549900"/>
              <a:gd name="connsiteX9" fmla="*/ 2179508 w 4597556"/>
              <a:gd name="connsiteY9" fmla="*/ 1321566 h 554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97556" h="5549900">
                <a:moveTo>
                  <a:pt x="2179508" y="0"/>
                </a:moveTo>
                <a:lnTo>
                  <a:pt x="4597556" y="0"/>
                </a:lnTo>
                <a:lnTo>
                  <a:pt x="4597556" y="2476634"/>
                </a:lnTo>
                <a:lnTo>
                  <a:pt x="4502141" y="2476634"/>
                </a:lnTo>
                <a:lnTo>
                  <a:pt x="4502141" y="4729244"/>
                </a:lnTo>
                <a:lnTo>
                  <a:pt x="4597556" y="4729244"/>
                </a:lnTo>
                <a:lnTo>
                  <a:pt x="4597556" y="5549900"/>
                </a:lnTo>
                <a:lnTo>
                  <a:pt x="0" y="5549900"/>
                </a:lnTo>
                <a:lnTo>
                  <a:pt x="0" y="1321566"/>
                </a:lnTo>
                <a:lnTo>
                  <a:pt x="2179508" y="1321566"/>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3">
            <a:extLst>
              <a:ext uri="{FF2B5EF4-FFF2-40B4-BE49-F238E27FC236}">
                <a16:creationId xmlns:a16="http://schemas.microsoft.com/office/drawing/2014/main" id="{A79D49B1-D905-CE2E-C062-AB1BDD014E8B}"/>
              </a:ext>
            </a:extLst>
          </p:cNvPr>
          <p:cNvSpPr>
            <a:spLocks noGrp="1"/>
          </p:cNvSpPr>
          <p:nvPr>
            <p:ph type="dt" sz="half" idx="11"/>
          </p:nvPr>
        </p:nvSpPr>
        <p:spPr>
          <a:xfrm rot="16200000">
            <a:off x="11577948" y="230006"/>
            <a:ext cx="844062" cy="384047"/>
          </a:xfrm>
        </p:spPr>
        <p:txBody>
          <a:bodyPr/>
          <a:lstStyle>
            <a:lvl1pPr>
              <a:defRPr>
                <a:solidFill>
                  <a:schemeClr val="tx1"/>
                </a:solidFill>
              </a:defRPr>
            </a:lvl1pPr>
          </a:lstStyle>
          <a:p>
            <a:fld id="{043CF65F-0E21-48DE-8D75-4BF66A547E8E}" type="datetime1">
              <a:rPr lang="en-US" smtClean="0"/>
              <a:pPr/>
              <a:t>2/18/2026</a:t>
            </a:fld>
            <a:endParaRPr lang="en-US" dirty="0"/>
          </a:p>
        </p:txBody>
      </p:sp>
      <p:sp>
        <p:nvSpPr>
          <p:cNvPr id="7" name="Footer Placeholder 4">
            <a:extLst>
              <a:ext uri="{FF2B5EF4-FFF2-40B4-BE49-F238E27FC236}">
                <a16:creationId xmlns:a16="http://schemas.microsoft.com/office/drawing/2014/main" id="{B1FC8BC9-F44B-803F-5CD7-ADFC9673F03F}"/>
              </a:ext>
            </a:extLst>
          </p:cNvPr>
          <p:cNvSpPr>
            <a:spLocks noGrp="1"/>
          </p:cNvSpPr>
          <p:nvPr>
            <p:ph type="ftr" sz="quarter" idx="12"/>
          </p:nvPr>
        </p:nvSpPr>
        <p:spPr>
          <a:xfrm rot="16200000">
            <a:off x="9313725" y="3338288"/>
            <a:ext cx="5372505" cy="384047"/>
          </a:xfrm>
        </p:spPr>
        <p:txBody>
          <a:bodyPr/>
          <a:lstStyle>
            <a:lvl1pPr>
              <a:defRPr>
                <a:solidFill>
                  <a:schemeClr val="tx1"/>
                </a:solidFill>
              </a:defRPr>
            </a:lvl1pPr>
          </a:lstStyle>
          <a:p>
            <a:r>
              <a:rPr lang="en-US" dirty="0"/>
              <a:t>Presentation Title</a:t>
            </a:r>
          </a:p>
        </p:txBody>
      </p:sp>
      <p:sp>
        <p:nvSpPr>
          <p:cNvPr id="8" name="Slide Number Placeholder 5">
            <a:extLst>
              <a:ext uri="{FF2B5EF4-FFF2-40B4-BE49-F238E27FC236}">
                <a16:creationId xmlns:a16="http://schemas.microsoft.com/office/drawing/2014/main" id="{AAA75D29-C079-E864-B363-40064D1938B8}"/>
              </a:ext>
            </a:extLst>
          </p:cNvPr>
          <p:cNvSpPr>
            <a:spLocks noGrp="1"/>
          </p:cNvSpPr>
          <p:nvPr>
            <p:ph type="sldNum" sz="quarter" idx="13"/>
          </p:nvPr>
        </p:nvSpPr>
        <p:spPr>
          <a:xfrm rot="16200000">
            <a:off x="11679259" y="6345258"/>
            <a:ext cx="641433" cy="38404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7" name="Rectangle 16">
            <a:extLst>
              <a:ext uri="{FF2B5EF4-FFF2-40B4-BE49-F238E27FC236}">
                <a16:creationId xmlns:a16="http://schemas.microsoft.com/office/drawing/2014/main" id="{CB5BB9C8-B774-7D15-8251-AC8ED5B99387}"/>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9" name="Rectangle 8">
            <a:extLst>
              <a:ext uri="{FF2B5EF4-FFF2-40B4-BE49-F238E27FC236}">
                <a16:creationId xmlns:a16="http://schemas.microsoft.com/office/drawing/2014/main" id="{2EBE262A-1515-660C-5ACF-699ADA35F603}"/>
              </a:ext>
              <a:ext uri="{C183D7F6-B498-43B3-948B-1728B52AA6E4}">
                <adec:decorative xmlns:adec="http://schemas.microsoft.com/office/drawing/2017/decorative" val="1"/>
              </a:ext>
            </a:extLst>
          </p:cNvPr>
          <p:cNvSpPr/>
          <p:nvPr userDrawn="1"/>
        </p:nvSpPr>
        <p:spPr>
          <a:xfrm>
            <a:off x="831720" y="640080"/>
            <a:ext cx="2743200" cy="133494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2" y="3127248"/>
            <a:ext cx="4533398" cy="3108960"/>
          </a:xfrm>
        </p:spPr>
        <p:txBody>
          <a:bodyPr lIns="91440" tIns="91440" rIns="0" bIns="0">
            <a:noAutofit/>
          </a:bodyPr>
          <a:lstStyle>
            <a:lvl1pPr marL="0" indent="0">
              <a:lnSpc>
                <a:spcPct val="10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4533398" cy="2157984"/>
          </a:xfrm>
        </p:spPr>
        <p:txBody>
          <a:bodyPr lIns="91440" tIns="91440" rIns="0" bIns="0" anchor="b">
            <a:noAutofit/>
          </a:bodyPr>
          <a:lstStyle>
            <a:lvl1pPr>
              <a:defRPr sz="3200" cap="all" baseline="0"/>
            </a:lvl1pPr>
          </a:lstStyle>
          <a:p>
            <a:r>
              <a:rPr lang="en-US" dirty="0"/>
              <a:t>CLICK TO EDIT MASTER TITLE STYLE</a:t>
            </a:r>
          </a:p>
        </p:txBody>
      </p:sp>
    </p:spTree>
    <p:extLst>
      <p:ext uri="{BB962C8B-B14F-4D97-AF65-F5344CB8AC3E}">
        <p14:creationId xmlns:p14="http://schemas.microsoft.com/office/powerpoint/2010/main" val="27373932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ent Photo 2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F02D30-CC17-F516-802A-A3AE633BF025}"/>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chor="ctr">
            <a:noAutofit/>
          </a:bodyPr>
          <a:lstStyle>
            <a:lvl1pPr algn="ctr">
              <a:defRPr/>
            </a:lvl1pPr>
          </a:lstStyle>
          <a:p>
            <a:endParaRPr lang="en-US" dirty="0"/>
          </a:p>
        </p:txBody>
      </p:sp>
      <p:sp>
        <p:nvSpPr>
          <p:cNvPr id="10" name="Oval 9">
            <a:extLst>
              <a:ext uri="{FF2B5EF4-FFF2-40B4-BE49-F238E27FC236}">
                <a16:creationId xmlns:a16="http://schemas.microsoft.com/office/drawing/2014/main" id="{0EDDC100-1ACB-74B7-3CAE-F0DD05CBE963}"/>
              </a:ext>
            </a:extLst>
          </p:cNvPr>
          <p:cNvSpPr/>
          <p:nvPr userDrawn="1"/>
        </p:nvSpPr>
        <p:spPr>
          <a:xfrm>
            <a:off x="4903412" y="3140474"/>
            <a:ext cx="1314946" cy="131494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AEC7566-C08A-6609-9FDF-AAFB5486D677}"/>
              </a:ext>
            </a:extLst>
          </p:cNvPr>
          <p:cNvSpPr>
            <a:spLocks noGrp="1"/>
          </p:cNvSpPr>
          <p:nvPr>
            <p:ph type="dt" sz="half" idx="10"/>
          </p:nvPr>
        </p:nvSpPr>
        <p:spPr>
          <a:xfrm rot="16200000">
            <a:off x="11577948" y="230006"/>
            <a:ext cx="844062" cy="384047"/>
          </a:xfrm>
        </p:spPr>
        <p:txBody>
          <a:bodyPr/>
          <a:lstStyle>
            <a:lvl1pPr>
              <a:defRPr>
                <a:solidFill>
                  <a:schemeClr val="tx1"/>
                </a:solidFill>
              </a:defRPr>
            </a:lvl1pPr>
          </a:lstStyle>
          <a:p>
            <a:fld id="{043CF65F-0E21-48DE-8D75-4BF66A547E8E}" type="datetime1">
              <a:rPr lang="en-US" smtClean="0"/>
              <a:pPr/>
              <a:t>2/18/2026</a:t>
            </a:fld>
            <a:endParaRPr lang="en-US" dirty="0"/>
          </a:p>
        </p:txBody>
      </p:sp>
      <p:sp>
        <p:nvSpPr>
          <p:cNvPr id="5" name="Footer Placeholder 4">
            <a:extLst>
              <a:ext uri="{FF2B5EF4-FFF2-40B4-BE49-F238E27FC236}">
                <a16:creationId xmlns:a16="http://schemas.microsoft.com/office/drawing/2014/main" id="{6D5F4BAE-32D2-0950-CD30-3DC3084BBE5C}"/>
              </a:ext>
            </a:extLst>
          </p:cNvPr>
          <p:cNvSpPr>
            <a:spLocks noGrp="1"/>
          </p:cNvSpPr>
          <p:nvPr>
            <p:ph type="ftr" sz="quarter" idx="12"/>
          </p:nvPr>
        </p:nvSpPr>
        <p:spPr>
          <a:xfrm rot="16200000">
            <a:off x="9313725" y="3338288"/>
            <a:ext cx="5372505" cy="384047"/>
          </a:xfrm>
        </p:spPr>
        <p:txBody>
          <a:bodyPr/>
          <a:lstStyle>
            <a:lvl1pPr>
              <a:defRPr>
                <a:solidFill>
                  <a:schemeClr val="tx1"/>
                </a:solidFill>
              </a:defRPr>
            </a:lvl1pPr>
          </a:lstStyle>
          <a:p>
            <a:r>
              <a:rPr lang="en-US" dirty="0"/>
              <a:t>Presentation Title</a:t>
            </a:r>
          </a:p>
        </p:txBody>
      </p:sp>
      <p:sp>
        <p:nvSpPr>
          <p:cNvPr id="9" name="Slide Number Placeholder 5">
            <a:extLst>
              <a:ext uri="{FF2B5EF4-FFF2-40B4-BE49-F238E27FC236}">
                <a16:creationId xmlns:a16="http://schemas.microsoft.com/office/drawing/2014/main" id="{B8AA1005-37B1-E8E2-5040-5D847E1FC442}"/>
              </a:ext>
            </a:extLst>
          </p:cNvPr>
          <p:cNvSpPr>
            <a:spLocks noGrp="1"/>
          </p:cNvSpPr>
          <p:nvPr>
            <p:ph type="sldNum" sz="quarter" idx="13"/>
          </p:nvPr>
        </p:nvSpPr>
        <p:spPr>
          <a:xfrm rot="16200000">
            <a:off x="11679259" y="6345258"/>
            <a:ext cx="641433" cy="38404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7" y="2355925"/>
            <a:ext cx="4545393" cy="3843707"/>
          </a:xfrm>
        </p:spPr>
        <p:txBody>
          <a:bodyPr lIns="91440" tIns="91440" rIns="0" bIns="0">
            <a:noAutofit/>
          </a:bodyPr>
          <a:lstStyle>
            <a:lvl1pPr marL="0" indent="0">
              <a:lnSpc>
                <a:spcPct val="10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4545395" cy="1403873"/>
          </a:xfrm>
        </p:spPr>
        <p:txBody>
          <a:bodyPr lIns="91440" tIns="0" rIns="0" bIns="0" anchor="b">
            <a:noAutofit/>
          </a:bodyPr>
          <a:lstStyle>
            <a:lvl1pPr>
              <a:defRPr sz="3200" baseline="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607601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Big number 4">
    <p:bg>
      <p:bgPr>
        <a:solidFill>
          <a:schemeClr val="bg1"/>
        </a:solidFill>
        <a:effectLst/>
      </p:bgPr>
    </p:bg>
    <p:spTree>
      <p:nvGrpSpPr>
        <p:cNvPr id="1" name=""/>
        <p:cNvGrpSpPr/>
        <p:nvPr/>
      </p:nvGrpSpPr>
      <p:grpSpPr>
        <a:xfrm>
          <a:off x="0" y="0"/>
          <a:ext cx="0" cy="0"/>
          <a:chOff x="0" y="0"/>
          <a:chExt cx="0" cy="0"/>
        </a:xfrm>
      </p:grpSpPr>
      <p:sp>
        <p:nvSpPr>
          <p:cNvPr id="8" name="Freeform 12">
            <a:extLst>
              <a:ext uri="{FF2B5EF4-FFF2-40B4-BE49-F238E27FC236}">
                <a16:creationId xmlns:a16="http://schemas.microsoft.com/office/drawing/2014/main" id="{FA618DAB-55E2-19CE-F259-9FB708A90B63}"/>
              </a:ext>
            </a:extLst>
          </p:cNvPr>
          <p:cNvSpPr/>
          <p:nvPr/>
        </p:nvSpPr>
        <p:spPr>
          <a:xfrm>
            <a:off x="1959756"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5" name="Picture Placeholder 4">
            <a:extLst>
              <a:ext uri="{FF2B5EF4-FFF2-40B4-BE49-F238E27FC236}">
                <a16:creationId xmlns:a16="http://schemas.microsoft.com/office/drawing/2014/main" id="{F70796A4-60C9-8766-B669-134765EE1CF7}"/>
              </a:ext>
            </a:extLst>
          </p:cNvPr>
          <p:cNvSpPr>
            <a:spLocks noGrp="1"/>
          </p:cNvSpPr>
          <p:nvPr>
            <p:ph type="pic" sz="quarter" idx="10"/>
          </p:nvPr>
        </p:nvSpPr>
        <p:spPr>
          <a:xfrm>
            <a:off x="1" y="1"/>
            <a:ext cx="12192000" cy="6857999"/>
          </a:xfrm>
          <a:custGeom>
            <a:avLst/>
            <a:gdLst>
              <a:gd name="connsiteX0" fmla="*/ 7783170 w 12192000"/>
              <a:gd name="connsiteY0" fmla="*/ 0 h 6857999"/>
              <a:gd name="connsiteX1" fmla="*/ 12192000 w 12192000"/>
              <a:gd name="connsiteY1" fmla="*/ 0 h 6857999"/>
              <a:gd name="connsiteX2" fmla="*/ 12192000 w 12192000"/>
              <a:gd name="connsiteY2" fmla="*/ 6857999 h 6857999"/>
              <a:gd name="connsiteX3" fmla="*/ 8852792 w 12192000"/>
              <a:gd name="connsiteY3" fmla="*/ 6857999 h 6857999"/>
              <a:gd name="connsiteX4" fmla="*/ 8985470 w 12192000"/>
              <a:gd name="connsiteY4" fmla="*/ 6735959 h 6857999"/>
              <a:gd name="connsiteX5" fmla="*/ 10232243 w 12192000"/>
              <a:gd name="connsiteY5" fmla="*/ 3776315 h 6857999"/>
              <a:gd name="connsiteX6" fmla="*/ 7889232 w 12192000"/>
              <a:gd name="connsiteY6" fmla="*/ 47950 h 6857999"/>
              <a:gd name="connsiteX7" fmla="*/ 0 w 12192000"/>
              <a:gd name="connsiteY7" fmla="*/ 0 h 6857999"/>
              <a:gd name="connsiteX8" fmla="*/ 4408830 w 12192000"/>
              <a:gd name="connsiteY8" fmla="*/ 0 h 6857999"/>
              <a:gd name="connsiteX9" fmla="*/ 4302768 w 12192000"/>
              <a:gd name="connsiteY9" fmla="*/ 47950 h 6857999"/>
              <a:gd name="connsiteX10" fmla="*/ 1959755 w 12192000"/>
              <a:gd name="connsiteY10" fmla="*/ 3776315 h 6857999"/>
              <a:gd name="connsiteX11" fmla="*/ 3206528 w 12192000"/>
              <a:gd name="connsiteY11" fmla="*/ 6735959 h 6857999"/>
              <a:gd name="connsiteX12" fmla="*/ 3339206 w 12192000"/>
              <a:gd name="connsiteY12" fmla="*/ 6857999 h 6857999"/>
              <a:gd name="connsiteX13" fmla="*/ 0 w 12192000"/>
              <a:gd name="connsiteY1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7999">
                <a:moveTo>
                  <a:pt x="7783170" y="0"/>
                </a:moveTo>
                <a:lnTo>
                  <a:pt x="12192000" y="0"/>
                </a:lnTo>
                <a:lnTo>
                  <a:pt x="12192000" y="6857999"/>
                </a:lnTo>
                <a:lnTo>
                  <a:pt x="8852792" y="6857999"/>
                </a:lnTo>
                <a:lnTo>
                  <a:pt x="8985470" y="6735959"/>
                </a:lnTo>
                <a:cubicBezTo>
                  <a:pt x="9754697" y="5984857"/>
                  <a:pt x="10232243" y="4936354"/>
                  <a:pt x="10232243" y="3776315"/>
                </a:cubicBezTo>
                <a:cubicBezTo>
                  <a:pt x="10232243" y="2134414"/>
                  <a:pt x="9275569" y="715956"/>
                  <a:pt x="7889232" y="47950"/>
                </a:cubicBezTo>
                <a:close/>
                <a:moveTo>
                  <a:pt x="0" y="0"/>
                </a:moveTo>
                <a:lnTo>
                  <a:pt x="4408830" y="0"/>
                </a:lnTo>
                <a:lnTo>
                  <a:pt x="4302768" y="47950"/>
                </a:lnTo>
                <a:cubicBezTo>
                  <a:pt x="2916429" y="715956"/>
                  <a:pt x="1959755" y="2134414"/>
                  <a:pt x="1959755" y="3776315"/>
                </a:cubicBezTo>
                <a:cubicBezTo>
                  <a:pt x="1959755" y="4936354"/>
                  <a:pt x="2437301" y="5984857"/>
                  <a:pt x="3206528" y="6735959"/>
                </a:cubicBezTo>
                <a:lnTo>
                  <a:pt x="3339206" y="6857999"/>
                </a:lnTo>
                <a:lnTo>
                  <a:pt x="0" y="6857999"/>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4" name="Text Placeholder 2">
            <a:extLst>
              <a:ext uri="{FF2B5EF4-FFF2-40B4-BE49-F238E27FC236}">
                <a16:creationId xmlns:a16="http://schemas.microsoft.com/office/drawing/2014/main" id="{C3914349-C0B8-28DF-90F8-5E6D083FE893}"/>
              </a:ext>
            </a:extLst>
          </p:cNvPr>
          <p:cNvSpPr>
            <a:spLocks noGrp="1"/>
          </p:cNvSpPr>
          <p:nvPr>
            <p:ph type="body" idx="1"/>
          </p:nvPr>
        </p:nvSpPr>
        <p:spPr>
          <a:xfrm>
            <a:off x="3898642" y="5313785"/>
            <a:ext cx="4394716" cy="764778"/>
          </a:xfrm>
        </p:spPr>
        <p:txBody>
          <a:bodyPr lIns="0" tIns="0" rIns="0" bIns="0" anchor="t">
            <a:noAutofit/>
          </a:bodyPr>
          <a:lstStyle>
            <a:lvl1pPr marL="0" indent="0" algn="ctr">
              <a:lnSpc>
                <a:spcPct val="100000"/>
              </a:lnSpc>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5193AC60-CD84-E768-28B4-375CFF097099}"/>
              </a:ext>
            </a:extLst>
          </p:cNvPr>
          <p:cNvSpPr>
            <a:spLocks noGrp="1"/>
          </p:cNvSpPr>
          <p:nvPr>
            <p:ph type="title" hasCustomPrompt="1"/>
          </p:nvPr>
        </p:nvSpPr>
        <p:spPr>
          <a:xfrm>
            <a:off x="2611367" y="1161826"/>
            <a:ext cx="6969267" cy="3808207"/>
          </a:xfrm>
        </p:spPr>
        <p:txBody>
          <a:bodyPr lIns="0" tIns="0" rIns="0" bIns="0" anchor="b">
            <a:noAutofit/>
          </a:bodyPr>
          <a:lstStyle>
            <a:lvl1pPr algn="ctr">
              <a:defRPr sz="20000" b="1" i="0" baseline="0">
                <a:solidFill>
                  <a:schemeClr val="tx1"/>
                </a:solidFill>
                <a:latin typeface="+mj-lt"/>
                <a:cs typeface="Arial Black" panose="020B0604020202020204" pitchFamily="34" charset="0"/>
              </a:defRPr>
            </a:lvl1pPr>
          </a:lstStyle>
          <a:p>
            <a:r>
              <a:rPr lang="en-US" dirty="0"/>
              <a:t>##%</a:t>
            </a:r>
          </a:p>
        </p:txBody>
      </p:sp>
    </p:spTree>
    <p:extLst>
      <p:ext uri="{BB962C8B-B14F-4D97-AF65-F5344CB8AC3E}">
        <p14:creationId xmlns:p14="http://schemas.microsoft.com/office/powerpoint/2010/main" val="11886961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 photo 19">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EFFF036-D459-D142-290E-9C1B19A24203}"/>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274474 w 4577463"/>
              <a:gd name="connsiteY7" fmla="*/ 586012 h 3698875"/>
              <a:gd name="connsiteX8" fmla="*/ 363537 w 4577463"/>
              <a:gd name="connsiteY8" fmla="*/ 520753 h 3698875"/>
              <a:gd name="connsiteX9" fmla="*/ 391698 w 4577463"/>
              <a:gd name="connsiteY9" fmla="*/ 572636 h 3698875"/>
              <a:gd name="connsiteX10" fmla="*/ 927495 w 4577463"/>
              <a:gd name="connsiteY10" fmla="*/ 857517 h 3698875"/>
              <a:gd name="connsiteX11" fmla="*/ 1573644 w 4577463"/>
              <a:gd name="connsiteY11" fmla="*/ 211368 h 3698875"/>
              <a:gd name="connsiteX12" fmla="*/ 1560517 w 4577463"/>
              <a:gd name="connsiteY12" fmla="*/ 81147 h 3698875"/>
              <a:gd name="connsiteX13" fmla="*/ 1545169 w 4577463"/>
              <a:gd name="connsiteY13" fmla="*/ 31706 h 3698875"/>
              <a:gd name="connsiteX14" fmla="*/ 1668191 w 4577463"/>
              <a:gd name="connsiteY14" fmla="*/ 13227 h 3698875"/>
              <a:gd name="connsiteX15" fmla="*/ 1934275 w 4577463"/>
              <a:gd name="connsiteY15"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147368" y="693734"/>
                  <a:pt x="209659" y="638373"/>
                  <a:pt x="274474" y="586012"/>
                </a:cubicBezTo>
                <a:lnTo>
                  <a:pt x="363537" y="520753"/>
                </a:lnTo>
                <a:lnTo>
                  <a:pt x="391698" y="572636"/>
                </a:lnTo>
                <a:cubicBezTo>
                  <a:pt x="507816" y="744513"/>
                  <a:pt x="704459" y="857517"/>
                  <a:pt x="927495" y="857517"/>
                </a:cubicBezTo>
                <a:cubicBezTo>
                  <a:pt x="1284353" y="857517"/>
                  <a:pt x="1573644" y="568226"/>
                  <a:pt x="1573644" y="211368"/>
                </a:cubicBezTo>
                <a:cubicBezTo>
                  <a:pt x="1573644" y="166761"/>
                  <a:pt x="1569124" y="123209"/>
                  <a:pt x="1560517" y="81147"/>
                </a:cubicBezTo>
                <a:lnTo>
                  <a:pt x="1545169" y="31706"/>
                </a:lnTo>
                <a:lnTo>
                  <a:pt x="1668191" y="13227"/>
                </a:lnTo>
                <a:cubicBezTo>
                  <a:pt x="1755699" y="4480"/>
                  <a:pt x="1844464" y="0"/>
                  <a:pt x="1934275" y="0"/>
                </a:cubicBez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lvl1pPr algn="ctr">
              <a:defRPr/>
            </a:lvl1pPr>
          </a:lstStyle>
          <a:p>
            <a:endParaRPr lang="en-US" dirty="0"/>
          </a:p>
        </p:txBody>
      </p:sp>
      <p:sp>
        <p:nvSpPr>
          <p:cNvPr id="2" name="Oval 1">
            <a:extLst>
              <a:ext uri="{FF2B5EF4-FFF2-40B4-BE49-F238E27FC236}">
                <a16:creationId xmlns:a16="http://schemas.microsoft.com/office/drawing/2014/main" id="{57F89ECF-F048-57F5-57EF-0CAB335C28F5}"/>
              </a:ext>
              <a:ext uri="{C183D7F6-B498-43B3-948B-1728B52AA6E4}">
                <adec:decorative xmlns:adec="http://schemas.microsoft.com/office/drawing/2017/decorative" val="1"/>
              </a:ext>
            </a:extLst>
          </p:cNvPr>
          <p:cNvSpPr/>
          <p:nvPr userDrawn="1"/>
        </p:nvSpPr>
        <p:spPr>
          <a:xfrm>
            <a:off x="281346" y="2724345"/>
            <a:ext cx="1292298" cy="1292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6" name="Date Placeholder 4">
            <a:extLst>
              <a:ext uri="{FF2B5EF4-FFF2-40B4-BE49-F238E27FC236}">
                <a16:creationId xmlns:a16="http://schemas.microsoft.com/office/drawing/2014/main" id="{D4ABEAE2-DE31-12F1-AAD1-82AEE3737D05}"/>
              </a:ext>
            </a:extLst>
          </p:cNvPr>
          <p:cNvSpPr>
            <a:spLocks noGrp="1"/>
          </p:cNvSpPr>
          <p:nvPr>
            <p:ph type="dt" sz="half" idx="14"/>
          </p:nvPr>
        </p:nvSpPr>
        <p:spPr>
          <a:xfrm rot="16200000">
            <a:off x="11577948" y="230006"/>
            <a:ext cx="844062" cy="384047"/>
          </a:xfrm>
        </p:spPr>
        <p:txBody>
          <a:bodyPr/>
          <a:lstStyle/>
          <a:p>
            <a:fld id="{3D157344-9CC7-412D-8C20-072BE86D5A11}" type="datetime1">
              <a:rPr lang="en-US" smtClean="0"/>
              <a:t>2/18/2026</a:t>
            </a:fld>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
        <p:nvSpPr>
          <p:cNvPr id="16" name="Content Placeholder 7">
            <a:extLst>
              <a:ext uri="{FF2B5EF4-FFF2-40B4-BE49-F238E27FC236}">
                <a16:creationId xmlns:a16="http://schemas.microsoft.com/office/drawing/2014/main" id="{218D7EE8-EBB2-8592-C06C-14CF0BA0260D}"/>
              </a:ext>
            </a:extLst>
          </p:cNvPr>
          <p:cNvSpPr>
            <a:spLocks noGrp="1"/>
          </p:cNvSpPr>
          <p:nvPr>
            <p:ph sz="quarter" idx="16"/>
          </p:nvPr>
        </p:nvSpPr>
        <p:spPr>
          <a:xfrm>
            <a:off x="5434828" y="640077"/>
            <a:ext cx="5783472" cy="5573685"/>
          </a:xfrm>
        </p:spPr>
        <p:txBody>
          <a:bodyPr lIns="91440" tIns="9144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C44AB011-4A5C-6D4B-BB9B-30BA4193742C}"/>
              </a:ext>
            </a:extLst>
          </p:cNvPr>
          <p:cNvSpPr>
            <a:spLocks noGrp="1"/>
          </p:cNvSpPr>
          <p:nvPr>
            <p:ph type="title" hasCustomPrompt="1"/>
          </p:nvPr>
        </p:nvSpPr>
        <p:spPr>
          <a:xfrm>
            <a:off x="548648" y="640078"/>
            <a:ext cx="4317028" cy="2084268"/>
          </a:xfrm>
        </p:spPr>
        <p:txBody>
          <a:bodyPr lIns="91440" tIns="91440" rIns="0" bIns="0">
            <a:noAutofit/>
          </a:bodyPr>
          <a:lstStyle>
            <a:lvl1pPr>
              <a:defRPr sz="3200" baseline="0"/>
            </a:lvl1pPr>
          </a:lstStyle>
          <a:p>
            <a:r>
              <a:rPr lang="en-US" dirty="0"/>
              <a:t>CLICK TO EDIT MASTER TITLE STYLE</a:t>
            </a:r>
          </a:p>
        </p:txBody>
      </p:sp>
    </p:spTree>
    <p:extLst>
      <p:ext uri="{BB962C8B-B14F-4D97-AF65-F5344CB8AC3E}">
        <p14:creationId xmlns:p14="http://schemas.microsoft.com/office/powerpoint/2010/main" val="27364219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 photo 20">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041D3CD-4172-159B-50BA-195FCCAE119E}"/>
              </a:ext>
            </a:extLst>
          </p:cNvPr>
          <p:cNvSpPr>
            <a:spLocks noGrp="1"/>
          </p:cNvSpPr>
          <p:nvPr>
            <p:ph type="pic" sz="quarter" idx="17"/>
          </p:nvPr>
        </p:nvSpPr>
        <p:spPr>
          <a:xfrm>
            <a:off x="1" y="0"/>
            <a:ext cx="4089921" cy="4639206"/>
          </a:xfrm>
          <a:custGeom>
            <a:avLst/>
            <a:gdLst>
              <a:gd name="connsiteX0" fmla="*/ 0 w 4089921"/>
              <a:gd name="connsiteY0" fmla="*/ 0 h 4639206"/>
              <a:gd name="connsiteX1" fmla="*/ 3216644 w 4089921"/>
              <a:gd name="connsiteY1" fmla="*/ 0 h 4639206"/>
              <a:gd name="connsiteX2" fmla="*/ 3308243 w 4089921"/>
              <a:gd name="connsiteY2" fmla="*/ 83250 h 4639206"/>
              <a:gd name="connsiteX3" fmla="*/ 4089921 w 4089921"/>
              <a:gd name="connsiteY3" fmla="*/ 1970389 h 4639206"/>
              <a:gd name="connsiteX4" fmla="*/ 3308243 w 4089921"/>
              <a:gd name="connsiteY4" fmla="*/ 3857528 h 4639206"/>
              <a:gd name="connsiteX5" fmla="*/ 3279358 w 4089921"/>
              <a:gd name="connsiteY5" fmla="*/ 3883780 h 4639206"/>
              <a:gd name="connsiteX6" fmla="*/ 3254520 w 4089921"/>
              <a:gd name="connsiteY6" fmla="*/ 3853677 h 4639206"/>
              <a:gd name="connsiteX7" fmla="*/ 2797624 w 4089921"/>
              <a:gd name="connsiteY7" fmla="*/ 3664424 h 4639206"/>
              <a:gd name="connsiteX8" fmla="*/ 2151475 w 4089921"/>
              <a:gd name="connsiteY8" fmla="*/ 4310573 h 4639206"/>
              <a:gd name="connsiteX9" fmla="*/ 2164603 w 4089921"/>
              <a:gd name="connsiteY9" fmla="*/ 4440795 h 4639206"/>
              <a:gd name="connsiteX10" fmla="*/ 2190853 w 4089921"/>
              <a:gd name="connsiteY10" fmla="*/ 4525361 h 4639206"/>
              <a:gd name="connsiteX11" fmla="*/ 1958964 w 4089921"/>
              <a:gd name="connsiteY11" fmla="*/ 4584985 h 4639206"/>
              <a:gd name="connsiteX12" fmla="*/ 1421104 w 4089921"/>
              <a:gd name="connsiteY12" fmla="*/ 4639206 h 4639206"/>
              <a:gd name="connsiteX13" fmla="*/ 148987 w 4089921"/>
              <a:gd name="connsiteY13" fmla="*/ 4317094 h 4639206"/>
              <a:gd name="connsiteX14" fmla="*/ 0 w 4089921"/>
              <a:gd name="connsiteY14" fmla="*/ 4226582 h 463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89921" h="4639206">
                <a:moveTo>
                  <a:pt x="0" y="0"/>
                </a:moveTo>
                <a:lnTo>
                  <a:pt x="3216644" y="0"/>
                </a:lnTo>
                <a:lnTo>
                  <a:pt x="3308243" y="83250"/>
                </a:lnTo>
                <a:cubicBezTo>
                  <a:pt x="3791204" y="566211"/>
                  <a:pt x="4089921" y="1233416"/>
                  <a:pt x="4089921" y="1970389"/>
                </a:cubicBezTo>
                <a:cubicBezTo>
                  <a:pt x="4089921" y="2707363"/>
                  <a:pt x="3791204" y="3374567"/>
                  <a:pt x="3308243" y="3857528"/>
                </a:cubicBezTo>
                <a:lnTo>
                  <a:pt x="3279358" y="3883780"/>
                </a:lnTo>
                <a:lnTo>
                  <a:pt x="3254520" y="3853677"/>
                </a:lnTo>
                <a:cubicBezTo>
                  <a:pt x="3137590" y="3736747"/>
                  <a:pt x="2976053" y="3664424"/>
                  <a:pt x="2797624" y="3664424"/>
                </a:cubicBezTo>
                <a:cubicBezTo>
                  <a:pt x="2440766" y="3664424"/>
                  <a:pt x="2151475" y="3953715"/>
                  <a:pt x="2151475" y="4310573"/>
                </a:cubicBezTo>
                <a:cubicBezTo>
                  <a:pt x="2151475" y="4355180"/>
                  <a:pt x="2155995" y="4398732"/>
                  <a:pt x="2164603" y="4440795"/>
                </a:cubicBezTo>
                <a:lnTo>
                  <a:pt x="2190853" y="4525361"/>
                </a:lnTo>
                <a:lnTo>
                  <a:pt x="1958964" y="4584985"/>
                </a:lnTo>
                <a:cubicBezTo>
                  <a:pt x="1785230" y="4620536"/>
                  <a:pt x="1605347" y="4639206"/>
                  <a:pt x="1421104" y="4639206"/>
                </a:cubicBezTo>
                <a:cubicBezTo>
                  <a:pt x="960496" y="4639206"/>
                  <a:pt x="527141" y="4522520"/>
                  <a:pt x="148987" y="4317094"/>
                </a:cubicBezTo>
                <a:lnTo>
                  <a:pt x="0" y="4226582"/>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2" name="Oval 1">
            <a:extLst>
              <a:ext uri="{FF2B5EF4-FFF2-40B4-BE49-F238E27FC236}">
                <a16:creationId xmlns:a16="http://schemas.microsoft.com/office/drawing/2014/main" id="{CCA47180-C126-D9FC-1291-43F1766DE885}"/>
              </a:ext>
              <a:ext uri="{C183D7F6-B498-43B3-948B-1728B52AA6E4}">
                <adec:decorative xmlns:adec="http://schemas.microsoft.com/office/drawing/2017/decorative" val="1"/>
              </a:ext>
            </a:extLst>
          </p:cNvPr>
          <p:cNvSpPr/>
          <p:nvPr userDrawn="1"/>
        </p:nvSpPr>
        <p:spPr>
          <a:xfrm>
            <a:off x="2151476" y="3664424"/>
            <a:ext cx="1292298" cy="1292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6" name="Date Placeholder 4">
            <a:extLst>
              <a:ext uri="{FF2B5EF4-FFF2-40B4-BE49-F238E27FC236}">
                <a16:creationId xmlns:a16="http://schemas.microsoft.com/office/drawing/2014/main" id="{D4ABEAE2-DE31-12F1-AAD1-82AEE3737D05}"/>
              </a:ext>
            </a:extLst>
          </p:cNvPr>
          <p:cNvSpPr>
            <a:spLocks noGrp="1"/>
          </p:cNvSpPr>
          <p:nvPr>
            <p:ph type="dt" sz="half" idx="14"/>
          </p:nvPr>
        </p:nvSpPr>
        <p:spPr>
          <a:xfrm rot="16200000">
            <a:off x="11577948" y="230006"/>
            <a:ext cx="844062" cy="384047"/>
          </a:xfrm>
        </p:spPr>
        <p:txBody>
          <a:bodyPr/>
          <a:lstStyle/>
          <a:p>
            <a:fld id="{3D157344-9CC7-412D-8C20-072BE86D5A11}" type="datetime1">
              <a:rPr lang="en-US" smtClean="0"/>
              <a:t>2/18/2026</a:t>
            </a:fld>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
        <p:nvSpPr>
          <p:cNvPr id="16" name="Content Placeholder 7">
            <a:extLst>
              <a:ext uri="{FF2B5EF4-FFF2-40B4-BE49-F238E27FC236}">
                <a16:creationId xmlns:a16="http://schemas.microsoft.com/office/drawing/2014/main" id="{218D7EE8-EBB2-8592-C06C-14CF0BA0260D}"/>
              </a:ext>
            </a:extLst>
          </p:cNvPr>
          <p:cNvSpPr>
            <a:spLocks noGrp="1"/>
          </p:cNvSpPr>
          <p:nvPr>
            <p:ph sz="quarter" idx="16"/>
          </p:nvPr>
        </p:nvSpPr>
        <p:spPr>
          <a:xfrm>
            <a:off x="4679577" y="5142155"/>
            <a:ext cx="6538723" cy="1071607"/>
          </a:xfrm>
        </p:spPr>
        <p:txBody>
          <a:bodyPr lIns="91440" tIns="9144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C44AB011-4A5C-6D4B-BB9B-30BA4193742C}"/>
              </a:ext>
            </a:extLst>
          </p:cNvPr>
          <p:cNvSpPr>
            <a:spLocks noGrp="1"/>
          </p:cNvSpPr>
          <p:nvPr>
            <p:ph type="title" hasCustomPrompt="1"/>
          </p:nvPr>
        </p:nvSpPr>
        <p:spPr>
          <a:xfrm>
            <a:off x="4679577" y="640078"/>
            <a:ext cx="6538722" cy="4179348"/>
          </a:xfrm>
        </p:spPr>
        <p:txBody>
          <a:bodyPr lIns="91440" tIns="0" rIns="0" bIns="0" anchor="b">
            <a:noAutofit/>
          </a:bodyPr>
          <a:lstStyle>
            <a:lvl1pPr>
              <a:defRPr sz="20000" baseline="0"/>
            </a:lvl1pPr>
          </a:lstStyle>
          <a:p>
            <a:r>
              <a:rPr lang="en-US" dirty="0"/>
              <a:t>##%</a:t>
            </a:r>
          </a:p>
        </p:txBody>
      </p:sp>
    </p:spTree>
    <p:extLst>
      <p:ext uri="{BB962C8B-B14F-4D97-AF65-F5344CB8AC3E}">
        <p14:creationId xmlns:p14="http://schemas.microsoft.com/office/powerpoint/2010/main" val="6250806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3">
            <a:extLst>
              <a:ext uri="{FF2B5EF4-FFF2-40B4-BE49-F238E27FC236}">
                <a16:creationId xmlns:a16="http://schemas.microsoft.com/office/drawing/2014/main" id="{CDCDB3F9-C083-E428-E97B-C0CC63BC020A}"/>
              </a:ext>
            </a:extLst>
          </p:cNvPr>
          <p:cNvSpPr>
            <a:spLocks noGrp="1"/>
          </p:cNvSpPr>
          <p:nvPr>
            <p:ph type="dt" sz="half" idx="2"/>
          </p:nvPr>
        </p:nvSpPr>
        <p:spPr>
          <a:xfrm rot="16200000">
            <a:off x="11577948" y="230006"/>
            <a:ext cx="844062" cy="384047"/>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91CE83-67BA-4B15-B48A-7DC5C0636664}" type="datetime1">
              <a:rPr lang="en-US" smtClean="0"/>
              <a:pPr/>
              <a:t>2/18/2026</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9313725" y="3338288"/>
            <a:ext cx="5372505" cy="384047"/>
          </a:xfrm>
          <a:prstGeom prst="rect">
            <a:avLst/>
          </a:prstGeom>
          <a:noFill/>
        </p:spPr>
        <p:txBody>
          <a:bodyPr vert="horz" lIns="210312" tIns="45720" rIns="91440" bIns="45720" rtlCol="0" anchor="ctr"/>
          <a:lstStyle>
            <a:lvl1pPr algn="l">
              <a:defRPr sz="1200" b="1" cap="all" spc="300" baseline="0">
                <a:solidFill>
                  <a:schemeClr val="tx1"/>
                </a:solidFill>
                <a:latin typeface="+mj-lt"/>
              </a:defRPr>
            </a:lvl1pPr>
          </a:lstStyle>
          <a:p>
            <a:r>
              <a:rPr lang="en-US" dirty="0"/>
              <a:t>Presentation Title</a:t>
            </a:r>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679259" y="6345258"/>
            <a:ext cx="641433" cy="384048"/>
          </a:xfrm>
          <a:prstGeom prst="rect">
            <a:avLst/>
          </a:prstGeom>
        </p:spPr>
        <p:txBody>
          <a:bodyPr vert="horz" lIns="91440" tIns="45720" rIns="91440" bIns="45720" rtlCol="0" anchor="ctr"/>
          <a:lstStyle>
            <a:lvl1pPr algn="ctr">
              <a:defRPr sz="1400">
                <a:solidFill>
                  <a:schemeClr val="tx1"/>
                </a:solidFill>
              </a:defRPr>
            </a:lvl1pPr>
          </a:lstStyle>
          <a:p>
            <a:fld id="{09A01C0A-2BB6-49E7-91A3-DCB9F9F59583}" type="slidenum">
              <a:rPr lang="en-US" smtClean="0"/>
              <a:pPr/>
              <a:t>‹#›</a:t>
            </a:fld>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625490" y="2220977"/>
            <a:ext cx="10953964" cy="3955986"/>
          </a:xfrm>
          <a:prstGeom prst="rect">
            <a:avLst/>
          </a:prstGeom>
        </p:spPr>
        <p:txBody>
          <a:bodyPr vert="horz" lIns="9144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627058" y="640080"/>
            <a:ext cx="10953964" cy="1095059"/>
          </a:xfrm>
          <a:prstGeom prst="rect">
            <a:avLst/>
          </a:prstGeom>
        </p:spPr>
        <p:txBody>
          <a:bodyPr vert="horz" lIns="91440" tIns="91440" rIns="0" bIns="0" rtlCol="0" anchor="t">
            <a:noAutofit/>
          </a:bodyPr>
          <a:lstStyle/>
          <a:p>
            <a:r>
              <a:rPr lang="en-US"/>
              <a:t>Click to edit Master title style</a:t>
            </a:r>
            <a:endParaRPr lang="en-US" dirty="0"/>
          </a:p>
        </p:txBody>
      </p:sp>
    </p:spTree>
    <p:extLst>
      <p:ext uri="{BB962C8B-B14F-4D97-AF65-F5344CB8AC3E}">
        <p14:creationId xmlns:p14="http://schemas.microsoft.com/office/powerpoint/2010/main" val="327773162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81"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2" r:id="rId52"/>
    <p:sldLayoutId id="2147483783" r:id="rId53"/>
    <p:sldLayoutId id="2147483784" r:id="rId54"/>
    <p:sldLayoutId id="2147483785" r:id="rId55"/>
    <p:sldLayoutId id="2147483786" r:id="rId56"/>
  </p:sldLayoutIdLst>
  <p:hf hdr="0" ftr="0"/>
  <p:txStyles>
    <p:titleStyle>
      <a:lvl1pPr algn="l" defTabSz="914400" rtl="0" eaLnBrk="1" latinLnBrk="0" hangingPunct="1">
        <a:lnSpc>
          <a:spcPct val="90000"/>
        </a:lnSpc>
        <a:spcBef>
          <a:spcPct val="0"/>
        </a:spcBef>
        <a:buNone/>
        <a:defRPr sz="32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mn-lt"/>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mn-lt"/>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mn-lt"/>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6" orient="horz" pos="2160" userDrawn="1">
          <p15:clr>
            <a:srgbClr val="A4A3A4"/>
          </p15:clr>
        </p15:guide>
        <p15:guide id="27" orient="horz" pos="1152" userDrawn="1">
          <p15:clr>
            <a:srgbClr val="547EBF"/>
          </p15:clr>
        </p15:guide>
        <p15:guide id="28" pos="7440" userDrawn="1">
          <p15:clr>
            <a:srgbClr val="547EBF"/>
          </p15:clr>
        </p15:guide>
        <p15:guide id="29" orient="horz" pos="4080" userDrawn="1">
          <p15:clr>
            <a:srgbClr val="547EBF"/>
          </p15:clr>
        </p15:guide>
        <p15:guide id="30" userDrawn="1">
          <p15:clr>
            <a:srgbClr val="547EBF"/>
          </p15:clr>
        </p15:guide>
        <p15:guide id="31" pos="7680" userDrawn="1">
          <p15:clr>
            <a:srgbClr val="547EBF"/>
          </p15:clr>
        </p15:guide>
        <p15:guide id="32" pos="528" userDrawn="1">
          <p15:clr>
            <a:srgbClr val="547EBF"/>
          </p15:clr>
        </p15:guide>
        <p15:guide id="33" pos="6912" userDrawn="1">
          <p15:clr>
            <a:srgbClr val="547EBF"/>
          </p15:clr>
        </p15:guide>
        <p15:guide id="34" orient="horz" pos="240" userDrawn="1">
          <p15:clr>
            <a:srgbClr val="547EBF"/>
          </p15:clr>
        </p15:guide>
        <p15:guide id="3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548648" y="417445"/>
            <a:ext cx="5091864" cy="3889380"/>
          </a:xfrm>
        </p:spPr>
        <p:txBody>
          <a:bodyPr anchor="b"/>
          <a:lstStyle/>
          <a:p>
            <a:r>
              <a:rPr lang="en-US" sz="2400" dirty="0"/>
              <a:t>Capstone: Project Introduction</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548648" y="4882896"/>
            <a:ext cx="5091864" cy="1557660"/>
          </a:xfrm>
        </p:spPr>
        <p:txBody>
          <a:bodyPr/>
          <a:lstStyle/>
          <a:p>
            <a:r>
              <a:rPr lang="en-US" sz="1400" dirty="0"/>
              <a:t>Ryan Coon</a:t>
            </a:r>
          </a:p>
          <a:p>
            <a:r>
              <a:rPr lang="en-US" sz="1400" dirty="0"/>
              <a:t>SWE-520</a:t>
            </a:r>
          </a:p>
          <a:p>
            <a:r>
              <a:rPr lang="en-US" sz="1400" dirty="0"/>
              <a:t>Professor Curtis Thompson</a:t>
            </a:r>
          </a:p>
          <a:p>
            <a:r>
              <a:rPr lang="en-US" sz="1400" dirty="0"/>
              <a:t>February 18, 2026</a:t>
            </a:r>
          </a:p>
        </p:txBody>
      </p:sp>
      <p:pic>
        <p:nvPicPr>
          <p:cNvPr id="8" name="Picture Placeholder 7" descr="Low angle view of a building">
            <a:extLst>
              <a:ext uri="{FF2B5EF4-FFF2-40B4-BE49-F238E27FC236}">
                <a16:creationId xmlns:a16="http://schemas.microsoft.com/office/drawing/2014/main" id="{67D960B2-8A54-F8C8-80BB-D238AE8EBA30}"/>
              </a:ext>
            </a:extLst>
          </p:cNvPr>
          <p:cNvPicPr>
            <a:picLocks noGrp="1" noChangeAspect="1"/>
          </p:cNvPicPr>
          <p:nvPr>
            <p:ph type="pic" idx="10"/>
          </p:nvPr>
        </p:nvPicPr>
        <p:blipFill>
          <a:blip r:embed="rId3" cstate="email">
            <a:extLst>
              <a:ext uri="{28A0092B-C50C-407E-A947-70E740481C1C}">
                <a14:useLocalDpi xmlns:a14="http://schemas.microsoft.com/office/drawing/2010/main"/>
              </a:ext>
            </a:extLst>
          </a:blip>
          <a:srcRect/>
          <a:stretch/>
        </p:blipFill>
        <p:spPr>
          <a:xfrm>
            <a:off x="6096000" y="0"/>
            <a:ext cx="6096000" cy="6858000"/>
          </a:xfrm>
        </p:spPr>
      </p:pic>
      <p:sp>
        <p:nvSpPr>
          <p:cNvPr id="5" name="Freeform 4">
            <a:extLst>
              <a:ext uri="{FF2B5EF4-FFF2-40B4-BE49-F238E27FC236}">
                <a16:creationId xmlns:a16="http://schemas.microsoft.com/office/drawing/2014/main" id="{FF45C2C0-54FA-3BF9-54A1-71B2FE171281}"/>
              </a:ext>
              <a:ext uri="{C183D7F6-B498-43B3-948B-1728B52AA6E4}">
                <adec:decorative xmlns:adec="http://schemas.microsoft.com/office/drawing/2017/decorative" val="1"/>
              </a:ext>
            </a:extLst>
          </p:cNvPr>
          <p:cNvSpPr/>
          <p:nvPr/>
        </p:nvSpPr>
        <p:spPr>
          <a:xfrm rot="10800000">
            <a:off x="5796354" y="0"/>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13840-7D4B-AD5A-7C3C-471FA925D87E}"/>
              </a:ext>
            </a:extLst>
          </p:cNvPr>
          <p:cNvSpPr>
            <a:spLocks noGrp="1"/>
          </p:cNvSpPr>
          <p:nvPr>
            <p:ph type="ctrTitle"/>
          </p:nvPr>
        </p:nvSpPr>
        <p:spPr>
          <a:xfrm>
            <a:off x="585214" y="1028700"/>
            <a:ext cx="8933690" cy="4800600"/>
          </a:xfrm>
        </p:spPr>
        <p:txBody>
          <a:bodyPr>
            <a:noAutofit/>
          </a:bodyPr>
          <a:lstStyle/>
          <a:p>
            <a:r>
              <a:rPr lang="en-US" sz="1600" dirty="0"/>
              <a:t>Welcome to </a:t>
            </a:r>
            <a:r>
              <a:rPr lang="en-US" sz="1600" dirty="0" err="1"/>
              <a:t>ByteBazaar</a:t>
            </a:r>
            <a:r>
              <a:rPr lang="en-US" sz="1600" dirty="0"/>
              <a:t>, a full stack computer eCommerce store designed to provide customers with a seamless and comprehensive online shopping experience for all their computer needs. Our platform offers a wide selection of products, including desktops, laptops, components, accessories, and software, catering to both casual users and tech enthusiasts. Built with a React front end and a Spring Boot back end, </a:t>
            </a:r>
            <a:r>
              <a:rPr lang="en-US" sz="1600" dirty="0" err="1"/>
              <a:t>ByteBazaar</a:t>
            </a:r>
            <a:r>
              <a:rPr lang="en-US" sz="1600" dirty="0"/>
              <a:t> ensures fast performance, secure transactions, and an intuitive interface that makes browsing, selecting, and purchasing products easy and efficient.</a:t>
            </a:r>
            <a:br>
              <a:rPr lang="en-US" sz="1600" dirty="0"/>
            </a:br>
            <a:br>
              <a:rPr lang="en-US" sz="1600" dirty="0"/>
            </a:br>
            <a:r>
              <a:rPr lang="en-US" sz="1600" dirty="0"/>
              <a:t>This project is a full-stack e-commerce platform featuring a React-based frontend, a Spring Boot backend, and MySQL for database management. This application will enable users to explore products, add items to their shopping cart, and complete purchases. Additionally, administrators will have the capability to manage product inventory through create, read, update, and delete (CRUD) operations.</a:t>
            </a:r>
            <a:br>
              <a:rPr lang="en-US" dirty="0"/>
            </a:br>
            <a:endParaRPr lang="en-US" sz="1600" dirty="0"/>
          </a:p>
        </p:txBody>
      </p:sp>
      <p:sp>
        <p:nvSpPr>
          <p:cNvPr id="4" name="Date Placeholder 3">
            <a:extLst>
              <a:ext uri="{FF2B5EF4-FFF2-40B4-BE49-F238E27FC236}">
                <a16:creationId xmlns:a16="http://schemas.microsoft.com/office/drawing/2014/main" id="{4ED7C4F5-087C-890E-407E-12295957360B}"/>
              </a:ext>
            </a:extLst>
          </p:cNvPr>
          <p:cNvSpPr>
            <a:spLocks noGrp="1"/>
          </p:cNvSpPr>
          <p:nvPr>
            <p:ph type="dt" sz="half" idx="10"/>
          </p:nvPr>
        </p:nvSpPr>
        <p:spPr>
          <a:xfrm rot="16200000">
            <a:off x="11577948" y="230006"/>
            <a:ext cx="844062" cy="384047"/>
          </a:xfrm>
        </p:spPr>
        <p:txBody>
          <a:bodyPr/>
          <a:lstStyle/>
          <a:p>
            <a:fld id="{29247CA6-BC1D-429A-A289-4E939E49554A}" type="datetime1">
              <a:rPr lang="en-US" smtClean="0"/>
              <a:pPr/>
              <a:t>2/18/2026</a:t>
            </a:fld>
            <a:endParaRPr lang="en-US" dirty="0"/>
          </a:p>
        </p:txBody>
      </p:sp>
      <p:sp>
        <p:nvSpPr>
          <p:cNvPr id="5" name="Slide Number Placeholder 4">
            <a:extLst>
              <a:ext uri="{FF2B5EF4-FFF2-40B4-BE49-F238E27FC236}">
                <a16:creationId xmlns:a16="http://schemas.microsoft.com/office/drawing/2014/main" id="{6C83EDFD-C1FC-03CD-6360-5D9F82541064}"/>
              </a:ext>
            </a:extLst>
          </p:cNvPr>
          <p:cNvSpPr>
            <a:spLocks noGrp="1"/>
          </p:cNvSpPr>
          <p:nvPr>
            <p:ph type="sldNum" sz="quarter" idx="12"/>
          </p:nvPr>
        </p:nvSpPr>
        <p:spPr>
          <a:xfrm rot="16200000">
            <a:off x="11679259" y="6345258"/>
            <a:ext cx="641433" cy="384048"/>
          </a:xfrm>
        </p:spPr>
        <p:txBody>
          <a:bodyPr/>
          <a:lstStyle/>
          <a:p>
            <a:fld id="{CC057153-B650-4DEB-B370-79DDCFDCE934}" type="slidenum">
              <a:rPr lang="en-US" smtClean="0"/>
              <a:pPr/>
              <a:t>2</a:t>
            </a:fld>
            <a:endParaRPr lang="en-US" dirty="0"/>
          </a:p>
        </p:txBody>
      </p:sp>
    </p:spTree>
    <p:extLst>
      <p:ext uri="{BB962C8B-B14F-4D97-AF65-F5344CB8AC3E}">
        <p14:creationId xmlns:p14="http://schemas.microsoft.com/office/powerpoint/2010/main" val="215360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EC92-526E-8262-53B5-F0AF7F1E43A8}"/>
              </a:ext>
            </a:extLst>
          </p:cNvPr>
          <p:cNvSpPr>
            <a:spLocks noGrp="1"/>
          </p:cNvSpPr>
          <p:nvPr>
            <p:ph type="title"/>
          </p:nvPr>
        </p:nvSpPr>
        <p:spPr/>
        <p:txBody>
          <a:bodyPr/>
          <a:lstStyle/>
          <a:p>
            <a:r>
              <a:rPr lang="en-US" dirty="0"/>
              <a:t>Front end</a:t>
            </a:r>
          </a:p>
        </p:txBody>
      </p:sp>
      <p:sp>
        <p:nvSpPr>
          <p:cNvPr id="4" name="Text Placeholder 3">
            <a:extLst>
              <a:ext uri="{FF2B5EF4-FFF2-40B4-BE49-F238E27FC236}">
                <a16:creationId xmlns:a16="http://schemas.microsoft.com/office/drawing/2014/main" id="{7CF11C81-A4EA-16BC-B023-A1233E306AAE}"/>
              </a:ext>
            </a:extLst>
          </p:cNvPr>
          <p:cNvSpPr>
            <a:spLocks noGrp="1"/>
          </p:cNvSpPr>
          <p:nvPr>
            <p:ph sz="quarter" idx="14"/>
          </p:nvPr>
        </p:nvSpPr>
        <p:spPr>
          <a:xfrm>
            <a:off x="548647" y="2633471"/>
            <a:ext cx="11146529" cy="3583093"/>
          </a:xfrm>
        </p:spPr>
        <p:txBody>
          <a:bodyPr/>
          <a:lstStyle/>
          <a:p>
            <a:pPr lvl="0"/>
            <a:r>
              <a:rPr lang="en-US" sz="1400" dirty="0"/>
              <a:t>React allows developers to build encapsulated components that manage their own state. These components can be reused throughout the application, promoting modularity and maintainability.</a:t>
            </a:r>
          </a:p>
          <a:p>
            <a:pPr lvl="0"/>
            <a:r>
              <a:rPr lang="en-US" sz="1400" dirty="0"/>
              <a:t>React uses a virtual DOM to efficiently update and render only the components that change, rather than reloading the entire page. This results in faster and smoother user experiences.</a:t>
            </a:r>
          </a:p>
          <a:p>
            <a:pPr lvl="0"/>
            <a:r>
              <a:rPr lang="en-US" sz="1400" dirty="0" err="1"/>
              <a:t>React’s</a:t>
            </a:r>
            <a:r>
              <a:rPr lang="en-US" sz="1400" dirty="0"/>
              <a:t> declarative syntax makes it easier to design interactive UIs by describing what the UI should look like for different states, simplifying the development and debugging process.</a:t>
            </a:r>
          </a:p>
          <a:p>
            <a:pPr lvl="0"/>
            <a:r>
              <a:rPr lang="en-US" sz="1400" dirty="0"/>
              <a:t>React can be rendered on the server side, improving SEO performance compared to traditional client-side rendered applications.</a:t>
            </a:r>
          </a:p>
          <a:p>
            <a:pPr lvl="0"/>
            <a:r>
              <a:rPr lang="en-US" sz="1400" dirty="0"/>
              <a:t>React can be integrated with other libraries or frameworks and is not opinionated about routing or state management, giving developers flexibility to choose tools that best fit their project.</a:t>
            </a:r>
          </a:p>
          <a:p>
            <a:pPr lvl="0"/>
            <a:endParaRPr lang="en-US" sz="1400" dirty="0"/>
          </a:p>
        </p:txBody>
      </p:sp>
      <p:sp>
        <p:nvSpPr>
          <p:cNvPr id="5" name="Date Placeholder 4">
            <a:extLst>
              <a:ext uri="{FF2B5EF4-FFF2-40B4-BE49-F238E27FC236}">
                <a16:creationId xmlns:a16="http://schemas.microsoft.com/office/drawing/2014/main" id="{FB50F74D-615D-90B9-C82A-C8BD0ECE27D0}"/>
              </a:ext>
            </a:extLst>
          </p:cNvPr>
          <p:cNvSpPr>
            <a:spLocks noGrp="1"/>
          </p:cNvSpPr>
          <p:nvPr>
            <p:ph type="dt" sz="half" idx="15"/>
          </p:nvPr>
        </p:nvSpPr>
        <p:spPr/>
        <p:txBody>
          <a:bodyPr/>
          <a:lstStyle/>
          <a:p>
            <a:fld id="{043CF65F-0E21-48DE-8D75-4BF66A547E8E}" type="datetime1">
              <a:rPr lang="en-US" smtClean="0"/>
              <a:pPr/>
              <a:t>2/18/2026</a:t>
            </a:fld>
            <a:endParaRPr lang="en-US" dirty="0"/>
          </a:p>
        </p:txBody>
      </p:sp>
      <p:sp>
        <p:nvSpPr>
          <p:cNvPr id="6" name="Slide Number Placeholder 5">
            <a:extLst>
              <a:ext uri="{FF2B5EF4-FFF2-40B4-BE49-F238E27FC236}">
                <a16:creationId xmlns:a16="http://schemas.microsoft.com/office/drawing/2014/main" id="{CC69D1F7-45DB-291B-3555-614D1BC22946}"/>
              </a:ext>
            </a:extLst>
          </p:cNvPr>
          <p:cNvSpPr>
            <a:spLocks noGrp="1"/>
          </p:cNvSpPr>
          <p:nvPr>
            <p:ph type="sldNum" sz="quarter" idx="17"/>
          </p:nvPr>
        </p:nvSpPr>
        <p:spPr/>
        <p:txBody>
          <a:bodyPr/>
          <a:lstStyle/>
          <a:p>
            <a:fld id="{CC057153-B650-4DEB-B370-79DDCFDCE934}" type="slidenum">
              <a:rPr lang="en-US" smtClean="0"/>
              <a:pPr/>
              <a:t>3</a:t>
            </a:fld>
            <a:endParaRPr lang="en-US" dirty="0"/>
          </a:p>
        </p:txBody>
      </p:sp>
      <p:sp>
        <p:nvSpPr>
          <p:cNvPr id="7" name="Freeform 6">
            <a:extLst>
              <a:ext uri="{FF2B5EF4-FFF2-40B4-BE49-F238E27FC236}">
                <a16:creationId xmlns:a16="http://schemas.microsoft.com/office/drawing/2014/main" id="{4B0D0C0D-89F9-C314-0A74-E0433067F0A5}"/>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22841E30-4488-5C0E-233E-2881543FDCB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React: Conditional rendering - DEV ...">
            <a:extLst>
              <a:ext uri="{FF2B5EF4-FFF2-40B4-BE49-F238E27FC236}">
                <a16:creationId xmlns:a16="http://schemas.microsoft.com/office/drawing/2014/main" id="{BCE58C5F-867A-2231-A315-56306F859C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2846" y="147002"/>
            <a:ext cx="3865109"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770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BE1B3-474F-D110-BAD7-4D78EBC838CB}"/>
              </a:ext>
            </a:extLst>
          </p:cNvPr>
          <p:cNvSpPr>
            <a:spLocks noGrp="1"/>
          </p:cNvSpPr>
          <p:nvPr>
            <p:ph type="title"/>
          </p:nvPr>
        </p:nvSpPr>
        <p:spPr/>
        <p:txBody>
          <a:bodyPr/>
          <a:lstStyle/>
          <a:p>
            <a:r>
              <a:rPr lang="en-US" dirty="0"/>
              <a:t>Back end</a:t>
            </a:r>
          </a:p>
        </p:txBody>
      </p:sp>
      <p:sp>
        <p:nvSpPr>
          <p:cNvPr id="4" name="Content Placeholder 3">
            <a:extLst>
              <a:ext uri="{FF2B5EF4-FFF2-40B4-BE49-F238E27FC236}">
                <a16:creationId xmlns:a16="http://schemas.microsoft.com/office/drawing/2014/main" id="{3E9A9125-83DF-A70A-A024-4E849963BA49}"/>
              </a:ext>
            </a:extLst>
          </p:cNvPr>
          <p:cNvSpPr>
            <a:spLocks noGrp="1"/>
          </p:cNvSpPr>
          <p:nvPr>
            <p:ph sz="quarter" idx="14"/>
          </p:nvPr>
        </p:nvSpPr>
        <p:spPr/>
        <p:txBody>
          <a:bodyPr/>
          <a:lstStyle/>
          <a:p>
            <a:pPr marL="285750" indent="-285750">
              <a:buFont typeface="Arial" panose="020B0604020202020204" pitchFamily="34" charset="0"/>
              <a:buChar char="•"/>
            </a:pPr>
            <a:r>
              <a:rPr lang="en-US" sz="1400" dirty="0"/>
              <a:t>Spring Boot simplifies the setup and development of Java-based backend applications by providing default configurations, embedded servers, and starter dependencies. This reduces boilerplate code and accelerates the creation of RESTful APIs, allowing developers to focus on business logic rather than infrastructure.</a:t>
            </a:r>
          </a:p>
          <a:p>
            <a:pPr marL="285750" indent="-285750">
              <a:buFont typeface="Arial" panose="020B0604020202020204" pitchFamily="34" charset="0"/>
              <a:buChar char="•"/>
            </a:pPr>
            <a:r>
              <a:rPr lang="en-US" sz="1400" dirty="0"/>
              <a:t>Spring Boot supports modular design and integrates seamlessly with the broader Spring ecosystem, enabling developers to build scalable and maintainable backend services. It also supports microservices architecture, which is beneficial for large or evolving applications.</a:t>
            </a:r>
          </a:p>
          <a:p>
            <a:pPr marL="285750" indent="-285750">
              <a:buFont typeface="Arial" panose="020B0604020202020204" pitchFamily="34" charset="0"/>
              <a:buChar char="•"/>
            </a:pPr>
            <a:r>
              <a:rPr lang="en-US" sz="1400" dirty="0"/>
              <a:t>Spring Boot provides built-in support for creating RESTful APIs with features like request mapping, validation, exception handling, and security integration. This makes it easier to develop robust and secure APIs that can serve data to front-end applications or other services.</a:t>
            </a:r>
          </a:p>
          <a:p>
            <a:pPr marL="285750" indent="-285750">
              <a:buFont typeface="Arial" panose="020B0604020202020204" pitchFamily="34" charset="0"/>
              <a:buChar char="•"/>
            </a:pPr>
            <a:r>
              <a:rPr lang="en-US" sz="1400" dirty="0"/>
              <a:t>MySQL is a widely used, reliable, and high-performance relational database management system. It offers strong data integrity, support for complex queries, and scalability. Spring Boot’s integration with MySQL through Spring Data JPA or JDBC simplifies database operations, including CRUD (Create, Read, Update, Delete) functionality, transaction management, and connection pooling.</a:t>
            </a:r>
          </a:p>
          <a:p>
            <a:pPr marL="285750" indent="-285750">
              <a:buFont typeface="Arial" panose="020B0604020202020204" pitchFamily="34" charset="0"/>
              <a:buChar char="•"/>
            </a:pPr>
            <a:r>
              <a:rPr lang="en-US" sz="1400"/>
              <a:t>Spring </a:t>
            </a:r>
            <a:r>
              <a:rPr lang="en-US" sz="1400" dirty="0"/>
              <a:t>Boot integrates well with Spring Security, allowing developers to implement authentication and authorization mechanisms easily, securing APIs and protecting sensitive data stored in MySQL.</a:t>
            </a:r>
          </a:p>
        </p:txBody>
      </p:sp>
      <p:sp>
        <p:nvSpPr>
          <p:cNvPr id="5" name="Date Placeholder 4">
            <a:extLst>
              <a:ext uri="{FF2B5EF4-FFF2-40B4-BE49-F238E27FC236}">
                <a16:creationId xmlns:a16="http://schemas.microsoft.com/office/drawing/2014/main" id="{216007FB-6075-C704-F7E5-4F6DD2FD9A7D}"/>
              </a:ext>
            </a:extLst>
          </p:cNvPr>
          <p:cNvSpPr>
            <a:spLocks noGrp="1"/>
          </p:cNvSpPr>
          <p:nvPr>
            <p:ph type="dt" sz="half" idx="10"/>
          </p:nvPr>
        </p:nvSpPr>
        <p:spPr/>
        <p:txBody>
          <a:bodyPr/>
          <a:lstStyle/>
          <a:p>
            <a:fld id="{D73859A7-84EB-4384-87AF-59CC16704CF8}" type="datetime1">
              <a:rPr lang="en-US" smtClean="0"/>
              <a:t>2/18/2026</a:t>
            </a:fld>
            <a:endParaRPr lang="en-US" dirty="0"/>
          </a:p>
        </p:txBody>
      </p:sp>
      <p:sp>
        <p:nvSpPr>
          <p:cNvPr id="6" name="Slide Number Placeholder 5">
            <a:extLst>
              <a:ext uri="{FF2B5EF4-FFF2-40B4-BE49-F238E27FC236}">
                <a16:creationId xmlns:a16="http://schemas.microsoft.com/office/drawing/2014/main" id="{ACA7501D-D6CD-29A2-36D5-7BCAF9A10C91}"/>
              </a:ext>
            </a:extLst>
          </p:cNvPr>
          <p:cNvSpPr>
            <a:spLocks noGrp="1"/>
          </p:cNvSpPr>
          <p:nvPr>
            <p:ph type="sldNum" sz="quarter" idx="12"/>
          </p:nvPr>
        </p:nvSpPr>
        <p:spPr/>
        <p:txBody>
          <a:bodyPr/>
          <a:lstStyle/>
          <a:p>
            <a:fld id="{CC057153-B650-4DEB-B370-79DDCFDCE934}" type="slidenum">
              <a:rPr lang="en-US" smtClean="0"/>
              <a:t>4</a:t>
            </a:fld>
            <a:endParaRPr lang="en-US" dirty="0"/>
          </a:p>
        </p:txBody>
      </p:sp>
      <p:pic>
        <p:nvPicPr>
          <p:cNvPr id="2050" name="Picture 2" descr="Spring Boot - Wikipedia">
            <a:extLst>
              <a:ext uri="{FF2B5EF4-FFF2-40B4-BE49-F238E27FC236}">
                <a16:creationId xmlns:a16="http://schemas.microsoft.com/office/drawing/2014/main" id="{4F4D7610-52BB-FEDF-14D0-55197B812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863" y="1333311"/>
            <a:ext cx="1272730" cy="127273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ySQL Database Consulting, Deployment ...">
            <a:extLst>
              <a:ext uri="{FF2B5EF4-FFF2-40B4-BE49-F238E27FC236}">
                <a16:creationId xmlns:a16="http://schemas.microsoft.com/office/drawing/2014/main" id="{30A5DC78-C860-D633-F8B6-2427A1D52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377" y="1295549"/>
            <a:ext cx="1894135" cy="1676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9390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0B7E4-87D1-9DF8-2BCD-A68172322806}"/>
              </a:ext>
            </a:extLst>
          </p:cNvPr>
          <p:cNvSpPr>
            <a:spLocks noGrp="1"/>
          </p:cNvSpPr>
          <p:nvPr>
            <p:ph type="title"/>
          </p:nvPr>
        </p:nvSpPr>
        <p:spPr/>
        <p:txBody>
          <a:bodyPr/>
          <a:lstStyle/>
          <a:p>
            <a:r>
              <a:rPr lang="en-US" dirty="0"/>
              <a:t>features</a:t>
            </a:r>
          </a:p>
        </p:txBody>
      </p:sp>
      <p:pic>
        <p:nvPicPr>
          <p:cNvPr id="8" name="Picture Placeholder 7" descr="A low angle view of a building">
            <a:extLst>
              <a:ext uri="{FF2B5EF4-FFF2-40B4-BE49-F238E27FC236}">
                <a16:creationId xmlns:a16="http://schemas.microsoft.com/office/drawing/2014/main" id="{AFF7F30A-06E2-1254-EFDC-365D67894AF7}"/>
              </a:ext>
            </a:extLst>
          </p:cNvPr>
          <p:cNvPicPr>
            <a:picLocks noGrp="1" noChangeAspect="1"/>
          </p:cNvPicPr>
          <p:nvPr>
            <p:ph type="pic" sz="quarter" idx="11"/>
          </p:nvPr>
        </p:nvPicPr>
        <p:blipFill>
          <a:blip r:embed="rId2" cstate="email">
            <a:extLst>
              <a:ext uri="{28A0092B-C50C-407E-A947-70E740481C1C}">
                <a14:useLocalDpi xmlns:a14="http://schemas.microsoft.com/office/drawing/2010/main"/>
              </a:ext>
            </a:extLst>
          </a:blip>
          <a:srcRect/>
          <a:stretch/>
        </p:blipFill>
        <p:spPr/>
      </p:pic>
      <p:sp>
        <p:nvSpPr>
          <p:cNvPr id="4" name="Content Placeholder 3">
            <a:extLst>
              <a:ext uri="{FF2B5EF4-FFF2-40B4-BE49-F238E27FC236}">
                <a16:creationId xmlns:a16="http://schemas.microsoft.com/office/drawing/2014/main" id="{83219047-1F62-2428-464F-F9BE9A699E18}"/>
              </a:ext>
            </a:extLst>
          </p:cNvPr>
          <p:cNvSpPr>
            <a:spLocks noGrp="1"/>
          </p:cNvSpPr>
          <p:nvPr>
            <p:ph type="body" idx="1"/>
          </p:nvPr>
        </p:nvSpPr>
        <p:spPr/>
        <p:txBody>
          <a:bodyPr/>
          <a:lstStyle/>
          <a:p>
            <a:pPr marL="285750" lvl="0" indent="-285750">
              <a:buFont typeface="Arial" panose="020B0604020202020204" pitchFamily="34" charset="0"/>
              <a:buChar char="•"/>
            </a:pPr>
            <a:r>
              <a:rPr lang="en-US" dirty="0"/>
              <a:t>Product listing and details</a:t>
            </a:r>
          </a:p>
          <a:p>
            <a:pPr marL="285750" lvl="0" indent="-285750">
              <a:buFont typeface="Arial" panose="020B0604020202020204" pitchFamily="34" charset="0"/>
              <a:buChar char="•"/>
            </a:pPr>
            <a:r>
              <a:rPr lang="en-US" dirty="0"/>
              <a:t>Shopping cart functionality</a:t>
            </a:r>
          </a:p>
          <a:p>
            <a:pPr marL="285750" lvl="0" indent="-285750">
              <a:buFont typeface="Arial" panose="020B0604020202020204" pitchFamily="34" charset="0"/>
              <a:buChar char="•"/>
            </a:pPr>
            <a:r>
              <a:rPr lang="en-US" dirty="0"/>
              <a:t>Order management</a:t>
            </a:r>
          </a:p>
          <a:p>
            <a:pPr marL="285750" lvl="0" indent="-285750">
              <a:buFont typeface="Arial" panose="020B0604020202020204" pitchFamily="34" charset="0"/>
              <a:buChar char="•"/>
            </a:pPr>
            <a:r>
              <a:rPr lang="en-US" dirty="0"/>
              <a:t>Admin panel for product management</a:t>
            </a:r>
          </a:p>
          <a:p>
            <a:pPr marL="285750" lvl="0" indent="-285750">
              <a:buFont typeface="Arial" panose="020B0604020202020204" pitchFamily="34" charset="0"/>
              <a:buChar char="•"/>
            </a:pPr>
            <a:r>
              <a:rPr lang="en-US" dirty="0"/>
              <a:t>Responsive design</a:t>
            </a:r>
          </a:p>
          <a:p>
            <a:pPr marL="285750" lvl="0" indent="-285750">
              <a:buFont typeface="Arial" panose="020B0604020202020204" pitchFamily="34" charset="0"/>
              <a:buChar char="•"/>
            </a:pPr>
            <a:r>
              <a:rPr lang="en-US" dirty="0"/>
              <a:t>Add, update, delete, and create products with images</a:t>
            </a:r>
          </a:p>
          <a:p>
            <a:r>
              <a:rPr lang="en-US" dirty="0"/>
              <a:t>Future addition:</a:t>
            </a:r>
          </a:p>
          <a:p>
            <a:pPr marL="285750" lvl="0" indent="-285750">
              <a:buFont typeface="Arial" panose="020B0604020202020204" pitchFamily="34" charset="0"/>
              <a:buChar char="•"/>
            </a:pPr>
            <a:r>
              <a:rPr lang="en-US" dirty="0"/>
              <a:t>Forums for customers to ask questions and get help</a:t>
            </a:r>
          </a:p>
        </p:txBody>
      </p:sp>
      <p:sp>
        <p:nvSpPr>
          <p:cNvPr id="5" name="Date Placeholder 4">
            <a:extLst>
              <a:ext uri="{FF2B5EF4-FFF2-40B4-BE49-F238E27FC236}">
                <a16:creationId xmlns:a16="http://schemas.microsoft.com/office/drawing/2014/main" id="{C34E01D7-D5A2-573E-0B3E-82CCD82A9701}"/>
              </a:ext>
            </a:extLst>
          </p:cNvPr>
          <p:cNvSpPr>
            <a:spLocks noGrp="1"/>
          </p:cNvSpPr>
          <p:nvPr>
            <p:ph type="dt" sz="half" idx="10"/>
          </p:nvPr>
        </p:nvSpPr>
        <p:spPr/>
        <p:txBody>
          <a:bodyPr/>
          <a:lstStyle/>
          <a:p>
            <a:fld id="{1A5F77D0-C28E-4573-88F0-0A30FF98888E}" type="datetime1">
              <a:rPr lang="en-US" smtClean="0"/>
              <a:t>2/18/2026</a:t>
            </a:fld>
            <a:endParaRPr lang="en-US" dirty="0"/>
          </a:p>
        </p:txBody>
      </p:sp>
      <p:sp>
        <p:nvSpPr>
          <p:cNvPr id="6" name="Slide Number Placeholder 5">
            <a:extLst>
              <a:ext uri="{FF2B5EF4-FFF2-40B4-BE49-F238E27FC236}">
                <a16:creationId xmlns:a16="http://schemas.microsoft.com/office/drawing/2014/main" id="{866B564D-A64D-582E-17B4-676B58406834}"/>
              </a:ext>
            </a:extLst>
          </p:cNvPr>
          <p:cNvSpPr>
            <a:spLocks noGrp="1"/>
          </p:cNvSpPr>
          <p:nvPr>
            <p:ph type="sldNum" sz="quarter" idx="13"/>
          </p:nvPr>
        </p:nvSpPr>
        <p:spPr/>
        <p:txBody>
          <a:bodyPr/>
          <a:lstStyle/>
          <a:p>
            <a:fld id="{CC057153-B650-4DEB-B370-79DDCFDCE934}" type="slidenum">
              <a:rPr lang="en-US" smtClean="0"/>
              <a:t>5</a:t>
            </a:fld>
            <a:endParaRPr lang="en-US" dirty="0"/>
          </a:p>
        </p:txBody>
      </p:sp>
    </p:spTree>
    <p:extLst>
      <p:ext uri="{BB962C8B-B14F-4D97-AF65-F5344CB8AC3E}">
        <p14:creationId xmlns:p14="http://schemas.microsoft.com/office/powerpoint/2010/main" val="1540878309"/>
      </p:ext>
    </p:extLst>
  </p:cSld>
  <p:clrMapOvr>
    <a:masterClrMapping/>
  </p:clrMapOvr>
</p:sld>
</file>

<file path=ppt/theme/theme1.xml><?xml version="1.0" encoding="utf-8"?>
<a:theme xmlns:a="http://schemas.openxmlformats.org/drawingml/2006/main" name="light_modernist">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ght modernist presentation_win32_SD_V8" id="{DD9F3DBC-97DB-4389-91E3-8FAD01D677DF}" vid="{B81B0F28-B8BA-42F4-B70F-6899486E52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E7139E-B40C-4943-9610-F20CE66C72C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785538A-412A-48D6-AE25-5C3BDF971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E5C6AC-AECE-4EBC-9FCA-F0C5028CCAE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45</TotalTime>
  <Words>594</Words>
  <Application>Microsoft Office PowerPoint</Application>
  <PresentationFormat>Widescreen</PresentationFormat>
  <Paragraphs>36</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Arial Black</vt:lpstr>
      <vt:lpstr>Avenir Next LT Pro Light</vt:lpstr>
      <vt:lpstr>Calibri</vt:lpstr>
      <vt:lpstr>light_modernist</vt:lpstr>
      <vt:lpstr>Capstone: Project Introduction</vt:lpstr>
      <vt:lpstr>Welcome to ByteBazaar, a full stack computer eCommerce store designed to provide customers with a seamless and comprehensive online shopping experience for all their computer needs. Our platform offers a wide selection of products, including desktops, laptops, components, accessories, and software, catering to both casual users and tech enthusiasts. Built with a React front end and a Spring Boot back end, ByteBazaar ensures fast performance, secure transactions, and an intuitive interface that makes browsing, selecting, and purchasing products easy and efficient.  This project is a full-stack e-commerce platform featuring a React-based frontend, a Spring Boot backend, and MySQL for database management. This application will enable users to explore products, add items to their shopping cart, and complete purchases. Additionally, administrators will have the capability to manage product inventory through create, read, update, and delete (CRUD) operations. </vt:lpstr>
      <vt:lpstr>Front end</vt:lpstr>
      <vt:lpstr>Back end</vt:lpstr>
      <vt:lpstr>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coon</dc:creator>
  <cp:lastModifiedBy>r coon</cp:lastModifiedBy>
  <cp:revision>5</cp:revision>
  <dcterms:created xsi:type="dcterms:W3CDTF">2026-02-19T00:56:01Z</dcterms:created>
  <dcterms:modified xsi:type="dcterms:W3CDTF">2026-02-19T01:42:11Z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