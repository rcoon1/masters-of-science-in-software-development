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0" r:id="rId4"/>
  </p:sldMasterIdLst>
  <p:notesMasterIdLst>
    <p:notesMasterId r:id="rId13"/>
  </p:notesMasterIdLst>
  <p:handoutMasterIdLst>
    <p:handoutMasterId r:id="rId14"/>
  </p:handoutMasterIdLst>
  <p:sldIdLst>
    <p:sldId id="310" r:id="rId5"/>
    <p:sldId id="320" r:id="rId6"/>
    <p:sldId id="311" r:id="rId7"/>
    <p:sldId id="316" r:id="rId8"/>
    <p:sldId id="319" r:id="rId9"/>
    <p:sldId id="321" r:id="rId10"/>
    <p:sldId id="322" r:id="rId11"/>
    <p:sldId id="32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5EE6"/>
    <a:srgbClr val="132BDC"/>
    <a:srgbClr val="DCE0FC"/>
    <a:srgbClr val="FDF200"/>
    <a:srgbClr val="80FBE5"/>
    <a:srgbClr val="3CF3D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86"/>
    <p:restoredTop sz="94658"/>
  </p:normalViewPr>
  <p:slideViewPr>
    <p:cSldViewPr snapToGrid="0">
      <p:cViewPr varScale="1">
        <p:scale>
          <a:sx n="105" d="100"/>
          <a:sy n="105" d="100"/>
        </p:scale>
        <p:origin x="804" y="96"/>
      </p:cViewPr>
      <p:guideLst/>
    </p:cSldViewPr>
  </p:slideViewPr>
  <p:notesTextViewPr>
    <p:cViewPr>
      <p:scale>
        <a:sx n="1" d="1"/>
        <a:sy n="1" d="1"/>
      </p:scale>
      <p:origin x="0" y="0"/>
    </p:cViewPr>
  </p:notesTextViewPr>
  <p:notesViewPr>
    <p:cSldViewPr snapToGrid="0">
      <p:cViewPr varScale="1">
        <p:scale>
          <a:sx n="95" d="100"/>
          <a:sy n="95" d="100"/>
        </p:scale>
        <p:origin x="3720"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14A1CB-5452-AC70-7D60-1A44C62C56C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D16B759-0F79-F999-E975-D9DBEDB8A5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B9E520-E069-0742-BD97-ED28BB08EC53}" type="datetimeFigureOut">
              <a:rPr lang="en-US" smtClean="0"/>
              <a:t>6/3/2026</a:t>
            </a:fld>
            <a:endParaRPr lang="en-US" dirty="0"/>
          </a:p>
        </p:txBody>
      </p:sp>
      <p:sp>
        <p:nvSpPr>
          <p:cNvPr id="4" name="Footer Placeholder 3">
            <a:extLst>
              <a:ext uri="{FF2B5EF4-FFF2-40B4-BE49-F238E27FC236}">
                <a16:creationId xmlns:a16="http://schemas.microsoft.com/office/drawing/2014/main" id="{989A7C7E-774B-6207-364F-BAC51DF08F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99ACE22-8537-7305-26E3-E0E0AF83D50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B964BE-1CD1-1943-8CAA-B6D417321F15}" type="slidenum">
              <a:rPr lang="en-US" smtClean="0"/>
              <a:t>‹#›</a:t>
            </a:fld>
            <a:endParaRPr lang="en-US" dirty="0"/>
          </a:p>
        </p:txBody>
      </p:sp>
    </p:spTree>
    <p:extLst>
      <p:ext uri="{BB962C8B-B14F-4D97-AF65-F5344CB8AC3E}">
        <p14:creationId xmlns:p14="http://schemas.microsoft.com/office/powerpoint/2010/main" val="42545003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F85F30-A497-F84E-BC49-B57AB2B760AA}" type="datetimeFigureOut">
              <a:rPr lang="en-US" smtClean="0"/>
              <a:t>6/3/2026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7D3E5B-4BED-B24C-9674-6B6454D04561}" type="slidenum">
              <a:rPr lang="en-US" smtClean="0"/>
              <a:t>‹#›</a:t>
            </a:fld>
            <a:endParaRPr lang="en-US" dirty="0"/>
          </a:p>
        </p:txBody>
      </p:sp>
    </p:spTree>
    <p:extLst>
      <p:ext uri="{BB962C8B-B14F-4D97-AF65-F5344CB8AC3E}">
        <p14:creationId xmlns:p14="http://schemas.microsoft.com/office/powerpoint/2010/main" val="676233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7D3E5B-4BED-B24C-9674-6B6454D04561}" type="slidenum">
              <a:rPr lang="en-US" smtClean="0"/>
              <a:t>1</a:t>
            </a:fld>
            <a:endParaRPr lang="en-US" dirty="0"/>
          </a:p>
        </p:txBody>
      </p:sp>
    </p:spTree>
    <p:extLst>
      <p:ext uri="{BB962C8B-B14F-4D97-AF65-F5344CB8AC3E}">
        <p14:creationId xmlns:p14="http://schemas.microsoft.com/office/powerpoint/2010/main" val="1383535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7B902-09B5-4324-8310-59625360F035}" type="datetime1">
              <a:rPr lang="en-US" smtClean="0"/>
              <a:t>6/3/2026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40080" y="4671229"/>
            <a:ext cx="6655522" cy="1545336"/>
          </a:xfrm>
        </p:spPr>
        <p:txBody>
          <a:bodyPr anchor="b">
            <a:normAutofit/>
          </a:bodyPr>
          <a:lstStyle>
            <a:lvl1pPr marL="0" indent="0" algn="l">
              <a:lnSpc>
                <a:spcPct val="1000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40080" y="640080"/>
            <a:ext cx="7478991" cy="3635797"/>
          </a:xfrm>
        </p:spPr>
        <p:txBody>
          <a:bodyPr anchor="t">
            <a:normAutofit/>
          </a:bodyPr>
          <a:lstStyle>
            <a:lvl1pPr algn="l">
              <a:defRPr sz="4400"/>
            </a:lvl1pPr>
          </a:lstStyle>
          <a:p>
            <a:r>
              <a:rPr lang="en-US"/>
              <a:t>Click to edit Master title style</a:t>
            </a:r>
            <a:endParaRPr lang="en-US" dirty="0"/>
          </a:p>
        </p:txBody>
      </p:sp>
    </p:spTree>
    <p:extLst>
      <p:ext uri="{BB962C8B-B14F-4D97-AF65-F5344CB8AC3E}">
        <p14:creationId xmlns:p14="http://schemas.microsoft.com/office/powerpoint/2010/main" val="36586169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9CB91A11-88E2-4BD0-90A5-503C684B9CC0}" type="datetime1">
              <a:rPr lang="en-US" smtClean="0"/>
              <a:t>6/3/2026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0440" y="4842220"/>
            <a:ext cx="7375466" cy="1014984"/>
          </a:xfrm>
        </p:spPr>
        <p:txBody>
          <a:bodyPr anchor="t">
            <a:normAutofit/>
          </a:bodyPr>
          <a:lstStyle>
            <a:lvl1pPr marL="0" indent="0" algn="l">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0440" y="854239"/>
            <a:ext cx="7876287" cy="3592629"/>
          </a:xfrm>
        </p:spPr>
        <p:txBody>
          <a:bodyPr anchor="b">
            <a:normAutofit/>
          </a:bodyPr>
          <a:lstStyle>
            <a:lvl1pPr algn="l">
              <a:defRPr sz="4400"/>
            </a:lvl1pPr>
          </a:lstStyle>
          <a:p>
            <a:r>
              <a:rPr lang="en-US"/>
              <a:t>Click to edit Master title style</a:t>
            </a:r>
            <a:endParaRPr lang="en-US" dirty="0"/>
          </a:p>
        </p:txBody>
      </p:sp>
    </p:spTree>
    <p:extLst>
      <p:ext uri="{BB962C8B-B14F-4D97-AF65-F5344CB8AC3E}">
        <p14:creationId xmlns:p14="http://schemas.microsoft.com/office/powerpoint/2010/main" val="23585965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6B19A73-9EF0-435E-951F-A4ACE59FBD85}" type="datetime1">
              <a:rPr lang="en-US" smtClean="0"/>
              <a:t>6/3/2026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981201" y="4334808"/>
            <a:ext cx="8229599" cy="1414091"/>
          </a:xfrm>
        </p:spPr>
        <p:txBody>
          <a:bodyPr>
            <a:normAutofit/>
          </a:bodyPr>
          <a:lstStyle>
            <a:lvl1pPr marL="0" indent="0" algn="ctr">
              <a:lnSpc>
                <a:spcPct val="1000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4400"/>
            </a:lvl1pPr>
          </a:lstStyle>
          <a:p>
            <a:r>
              <a:rPr lang="en-US"/>
              <a:t>Click to edit Master title style</a:t>
            </a:r>
            <a:endParaRPr lang="en-US" dirty="0"/>
          </a:p>
        </p:txBody>
      </p:sp>
    </p:spTree>
    <p:extLst>
      <p:ext uri="{BB962C8B-B14F-4D97-AF65-F5344CB8AC3E}">
        <p14:creationId xmlns:p14="http://schemas.microsoft.com/office/powerpoint/2010/main" val="14786349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1" y="1"/>
            <a:ext cx="11807950" cy="4769446"/>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C72BE8CE-6011-4887-8688-8D57691F11AD}" type="datetime1">
              <a:rPr lang="en-US" smtClean="0"/>
              <a:t>6/3/2026</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7" y="6023021"/>
            <a:ext cx="10690154" cy="480373"/>
          </a:xfrm>
        </p:spPr>
        <p:txBody>
          <a:bodyPr anchor="t">
            <a:normAutofit/>
          </a:bodyPr>
          <a:lstStyle>
            <a:lvl1pPr marL="0" indent="0" algn="l">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7" y="4944365"/>
            <a:ext cx="10690154" cy="914482"/>
          </a:xfrm>
        </p:spPr>
        <p:txBody>
          <a:bodyPr anchor="b">
            <a:normAutofit/>
          </a:bodyPr>
          <a:lstStyle>
            <a:lvl1pPr algn="l">
              <a:defRPr sz="3200"/>
            </a:lvl1pPr>
          </a:lstStyle>
          <a:p>
            <a:r>
              <a:rPr lang="en-US"/>
              <a:t>Click to edit Master title style</a:t>
            </a:r>
            <a:endParaRPr lang="en-US" dirty="0"/>
          </a:p>
        </p:txBody>
      </p:sp>
    </p:spTree>
    <p:extLst>
      <p:ext uri="{BB962C8B-B14F-4D97-AF65-F5344CB8AC3E}">
        <p14:creationId xmlns:p14="http://schemas.microsoft.com/office/powerpoint/2010/main" val="301777607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hoto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16200000">
            <a:off x="11582532" y="244342"/>
            <a:ext cx="853812" cy="365125"/>
          </a:xfrm>
        </p:spPr>
        <p:txBody>
          <a:bodyPr/>
          <a:lstStyle>
            <a:lvl1pPr>
              <a:defRPr>
                <a:solidFill>
                  <a:schemeClr val="tx1"/>
                </a:solidFill>
                <a:effectLst/>
              </a:defRPr>
            </a:lvl1pPr>
          </a:lstStyle>
          <a:p>
            <a:fld id="{886426EA-0386-4881-8D6D-3F08C95C4A7F}" type="datetime1">
              <a:rPr lang="en-US" smtClean="0"/>
              <a:t>6/3/2026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6" y="4731335"/>
            <a:ext cx="4055107" cy="1184585"/>
          </a:xfrm>
        </p:spPr>
        <p:txBody>
          <a:bodyPr anchor="t">
            <a:normAutofit/>
          </a:bodyPr>
          <a:lstStyle>
            <a:lvl1pPr marL="0" indent="0" algn="l">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055108" cy="3475236"/>
          </a:xfrm>
        </p:spPr>
        <p:txBody>
          <a:bodyPr anchor="b">
            <a:normAutofit/>
          </a:bodyPr>
          <a:lstStyle>
            <a:lvl1pPr algn="l">
              <a:defRPr sz="4000"/>
            </a:lvl1pPr>
          </a:lstStyle>
          <a:p>
            <a:r>
              <a:rPr lang="en-US"/>
              <a:t>Click to edit Master title style</a:t>
            </a:r>
            <a:endParaRPr lang="en-US" dirty="0"/>
          </a:p>
        </p:txBody>
      </p:sp>
    </p:spTree>
    <p:extLst>
      <p:ext uri="{BB962C8B-B14F-4D97-AF65-F5344CB8AC3E}">
        <p14:creationId xmlns:p14="http://schemas.microsoft.com/office/powerpoint/2010/main" val="18313828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hoto 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188802" y="0"/>
            <a:ext cx="6619138"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12" name="Date Placeholder 6">
            <a:extLst>
              <a:ext uri="{FF2B5EF4-FFF2-40B4-BE49-F238E27FC236}">
                <a16:creationId xmlns:a16="http://schemas.microsoft.com/office/drawing/2014/main" id="{1E3A5278-B5E1-FBBE-AF4B-151288A16699}"/>
              </a:ext>
            </a:extLst>
          </p:cNvPr>
          <p:cNvSpPr>
            <a:spLocks noGrp="1"/>
          </p:cNvSpPr>
          <p:nvPr>
            <p:ph type="dt" sz="half" idx="14"/>
          </p:nvPr>
        </p:nvSpPr>
        <p:spPr>
          <a:xfrm rot="16200000">
            <a:off x="11579347" y="228600"/>
            <a:ext cx="841248" cy="384048"/>
          </a:xfrm>
        </p:spPr>
        <p:txBody>
          <a:bodyPr/>
          <a:lstStyle/>
          <a:p>
            <a:fld id="{1FE1A989-42EF-40B2-87AB-6941C231CD4A}" type="datetime1">
              <a:rPr lang="en-US" smtClean="0"/>
              <a:t>6/3/2026</a:t>
            </a:fld>
            <a:endParaRPr lang="en-US" dirty="0"/>
          </a:p>
        </p:txBody>
      </p:sp>
      <p:sp>
        <p:nvSpPr>
          <p:cNvPr id="13" name="Footer Placeholder 7">
            <a:extLst>
              <a:ext uri="{FF2B5EF4-FFF2-40B4-BE49-F238E27FC236}">
                <a16:creationId xmlns:a16="http://schemas.microsoft.com/office/drawing/2014/main" id="{78D40854-7295-C18A-ECA9-35F0B7731B26}"/>
              </a:ext>
            </a:extLst>
          </p:cNvPr>
          <p:cNvSpPr>
            <a:spLocks noGrp="1"/>
          </p:cNvSpPr>
          <p:nvPr>
            <p:ph type="ftr" sz="quarter" idx="15"/>
          </p:nvPr>
        </p:nvSpPr>
        <p:spPr>
          <a:xfrm rot="16200000">
            <a:off x="9332362" y="3316833"/>
            <a:ext cx="5335225" cy="384055"/>
          </a:xfrm>
        </p:spPr>
        <p:txBody>
          <a:bodyPr/>
          <a:lstStyle/>
          <a:p>
            <a:r>
              <a:rPr lang="en-US"/>
              <a:t>Sample Footer Text</a:t>
            </a:r>
            <a:endParaRPr lang="en-US" dirty="0"/>
          </a:p>
        </p:txBody>
      </p:sp>
      <p:sp>
        <p:nvSpPr>
          <p:cNvPr id="14" name="Slide Number Placeholder 8">
            <a:extLst>
              <a:ext uri="{FF2B5EF4-FFF2-40B4-BE49-F238E27FC236}">
                <a16:creationId xmlns:a16="http://schemas.microsoft.com/office/drawing/2014/main" id="{EA127F09-58C9-5029-F86D-539EE848D4E6}"/>
              </a:ext>
            </a:extLst>
          </p:cNvPr>
          <p:cNvSpPr>
            <a:spLocks noGrp="1"/>
          </p:cNvSpPr>
          <p:nvPr>
            <p:ph type="sldNum" sz="quarter" idx="16"/>
          </p:nvPr>
        </p:nvSpPr>
        <p:spPr>
          <a:xfrm rot="16200000">
            <a:off x="11659214" y="6325209"/>
            <a:ext cx="681526" cy="384055"/>
          </a:xfrm>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8" y="4795730"/>
            <a:ext cx="4056192" cy="1380744"/>
          </a:xfrm>
        </p:spPr>
        <p:txBody>
          <a:bodyPr anchor="b">
            <a:normAutofit/>
          </a:bodyPr>
          <a:lstStyle>
            <a:lvl1pPr marL="0" indent="0" algn="l">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8" y="640079"/>
            <a:ext cx="4056192" cy="3737921"/>
          </a:xfrm>
        </p:spPr>
        <p:txBody>
          <a:bodyPr anchor="t">
            <a:normAutofit/>
          </a:bodyPr>
          <a:lstStyle>
            <a:lvl1pPr algn="l">
              <a:defRPr sz="4400"/>
            </a:lvl1pPr>
          </a:lstStyle>
          <a:p>
            <a:r>
              <a:rPr lang="en-US"/>
              <a:t>Click to edit Master title style</a:t>
            </a:r>
            <a:endParaRPr lang="en-US" dirty="0"/>
          </a:p>
        </p:txBody>
      </p:sp>
    </p:spTree>
    <p:extLst>
      <p:ext uri="{BB962C8B-B14F-4D97-AF65-F5344CB8AC3E}">
        <p14:creationId xmlns:p14="http://schemas.microsoft.com/office/powerpoint/2010/main" val="21719151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Photo 4">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AA26D96A-42E4-8591-AB40-44F5803CFF68}"/>
              </a:ext>
            </a:extLst>
          </p:cNvPr>
          <p:cNvSpPr>
            <a:spLocks noGrp="1"/>
          </p:cNvSpPr>
          <p:nvPr>
            <p:ph type="pic" idx="10"/>
          </p:nvPr>
        </p:nvSpPr>
        <p:spPr>
          <a:xfrm>
            <a:off x="6096000" y="0"/>
            <a:ext cx="6096000"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548648" y="5557298"/>
            <a:ext cx="5091864" cy="883258"/>
          </a:xfrm>
        </p:spPr>
        <p:txBody>
          <a:bodyPr lIns="91440" tIns="91440" rIns="0" bIns="0" anchor="t">
            <a:noAutofit/>
          </a:bodyPr>
          <a:lstStyle>
            <a:lvl1pPr marL="0" indent="0" algn="l">
              <a:lnSpc>
                <a:spcPct val="100000"/>
              </a:lnSpc>
              <a:buNone/>
              <a:defRPr sz="2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548648" y="417444"/>
            <a:ext cx="5091864" cy="4890965"/>
          </a:xfrm>
        </p:spPr>
        <p:txBody>
          <a:bodyPr lIns="91440" tIns="91440" rIns="0" bIns="0" anchor="b">
            <a:noAutofit/>
          </a:bodyPr>
          <a:lstStyle>
            <a:lvl1pPr algn="l">
              <a:defRPr sz="3600" cap="all" baseline="0"/>
            </a:lvl1pPr>
          </a:lstStyle>
          <a:p>
            <a:r>
              <a:rPr lang="en-US" dirty="0"/>
              <a:t>CLICK TO EDIT MASTER TITLE STYLE</a:t>
            </a:r>
          </a:p>
        </p:txBody>
      </p:sp>
    </p:spTree>
    <p:extLst>
      <p:ext uri="{BB962C8B-B14F-4D97-AF65-F5344CB8AC3E}">
        <p14:creationId xmlns:p14="http://schemas.microsoft.com/office/powerpoint/2010/main" val="3502373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Section Header">
    <p:bg>
      <p:bgPr>
        <a:solidFill>
          <a:schemeClr val="bg1">
            <a:alpha val="99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97DE541-D546-A518-2627-DF4D33C643AA}"/>
              </a:ext>
            </a:extLst>
          </p:cNvPr>
          <p:cNvSpPr/>
          <p:nvPr userDrawn="1"/>
        </p:nvSpPr>
        <p:spPr>
          <a:xfrm>
            <a:off x="0" y="-1"/>
            <a:ext cx="11807951"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EEE2A7A0-B9EE-41A8-8016-28E5803F20B2}" type="datetime1">
              <a:rPr lang="en-US" smtClean="0"/>
              <a:pPr/>
              <a:t>6/3/2026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40080" y="640077"/>
            <a:ext cx="7763256" cy="594637"/>
          </a:xfrm>
        </p:spPr>
        <p:txBody>
          <a:bodyPr anchor="t">
            <a:normAutofit/>
          </a:bodyPr>
          <a:lstStyle>
            <a:lvl1pPr marL="0" indent="0" algn="l">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40080" y="1630067"/>
            <a:ext cx="7772400" cy="4572000"/>
          </a:xfrm>
        </p:spPr>
        <p:txBody>
          <a:bodyPr anchor="b">
            <a:normAutofit/>
          </a:bodyPr>
          <a:lstStyle>
            <a:lvl1pPr algn="l">
              <a:defRPr sz="4000"/>
            </a:lvl1pPr>
          </a:lstStyle>
          <a:p>
            <a:r>
              <a:rPr lang="en-US"/>
              <a:t>Click to edit Master title style</a:t>
            </a:r>
            <a:endParaRPr lang="en-US" dirty="0"/>
          </a:p>
        </p:txBody>
      </p:sp>
    </p:spTree>
    <p:extLst>
      <p:ext uri="{BB962C8B-B14F-4D97-AF65-F5344CB8AC3E}">
        <p14:creationId xmlns:p14="http://schemas.microsoft.com/office/powerpoint/2010/main" val="40968359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6/3/2026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0080" y="2662000"/>
            <a:ext cx="8467558" cy="3554565"/>
          </a:xfrm>
        </p:spPr>
        <p:txBody>
          <a:bodyPr>
            <a:normAutofit/>
          </a:bodyPr>
          <a:lstStyle>
            <a:lvl1pPr>
              <a:lnSpc>
                <a:spcPct val="100000"/>
              </a:lnSpc>
              <a:defRPr sz="2400"/>
            </a:lvl1pPr>
            <a:lvl2pPr>
              <a:lnSpc>
                <a:spcPct val="100000"/>
              </a:lnSpc>
              <a:defRPr sz="2000"/>
            </a:lvl2pPr>
            <a:lvl3pPr>
              <a:lnSpc>
                <a:spcPct val="100000"/>
              </a:lnSpc>
              <a:defRPr sz="1800"/>
            </a:lvl3pPr>
            <a:lvl4pPr>
              <a:lnSpc>
                <a:spcPct val="100000"/>
              </a:lnSpc>
              <a:defRPr sz="16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40080" y="664108"/>
            <a:ext cx="8467558" cy="1554480"/>
          </a:xfrm>
        </p:spPr>
        <p:txBody>
          <a:bodyPr anchor="b">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1899420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EE6A364-A39C-470E-B89A-9BD899585684}" type="datetime1">
              <a:rPr lang="en-US" smtClean="0"/>
              <a:t>6/3/2026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82880" y="940312"/>
            <a:ext cx="11442188" cy="567696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0" y="315874"/>
            <a:ext cx="11442188" cy="528186"/>
          </a:xfrm>
        </p:spPr>
        <p:txBody>
          <a:bodyPr anchor="ctr">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813181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Content Only (Max)">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11C69CE-4771-4BFA-AD70-0E51ABA58D6D}" type="datetime1">
              <a:rPr lang="en-US" smtClean="0"/>
              <a:t>6/3/2026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82880" y="367091"/>
            <a:ext cx="11422799" cy="612381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8200" y="-1492135"/>
            <a:ext cx="10515600" cy="1325880"/>
          </a:xfrm>
        </p:spPr>
        <p:txBody>
          <a:bodyPr anchor="ctr">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2980223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90E4242-8CA0-457D-B3B1-7D78B4164321}" type="datetime1">
              <a:rPr lang="en-US" smtClean="0"/>
              <a:t>6/3/2026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48676" y="2220977"/>
            <a:ext cx="10688608" cy="399558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7" y="640080"/>
            <a:ext cx="10690155" cy="1185545"/>
          </a:xfrm>
        </p:spPr>
        <p:txBody>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9678075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3D6F41-6645-4089-A6BB-7B692A44A4CC}" type="datetime1">
              <a:rPr lang="en-US" smtClean="0"/>
              <a:t>6/3/2026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433992" y="2386584"/>
            <a:ext cx="4804811" cy="2459736"/>
          </a:xfrm>
        </p:spPr>
        <p:txBody>
          <a:bodyPr/>
          <a:lstStyle>
            <a:lvl1pPr marL="0" indent="0">
              <a:lnSpc>
                <a:spcPct val="100000"/>
              </a:lnSpc>
              <a:buNone/>
              <a:defRPr/>
            </a:lvl1pPr>
            <a:lvl2pPr marL="228600" indent="0">
              <a:lnSpc>
                <a:spcPct val="100000"/>
              </a:lnSpc>
              <a:buNone/>
              <a:defRPr/>
            </a:lvl2pPr>
            <a:lvl3pPr marL="457200" indent="0">
              <a:lnSpc>
                <a:spcPct val="100000"/>
              </a:lnSpc>
              <a:buNone/>
              <a:defRPr/>
            </a:lvl3pPr>
            <a:lvl4pPr marL="685800" indent="0">
              <a:lnSpc>
                <a:spcPct val="100000"/>
              </a:lnSpc>
              <a:buNone/>
              <a:defRPr/>
            </a:lvl4pPr>
            <a:lvl5pPr marL="914400" indent="0">
              <a:lnSpc>
                <a:spcPct val="100000"/>
              </a:lnSpc>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7" y="2385975"/>
            <a:ext cx="4804812" cy="2454796"/>
          </a:xfrm>
        </p:spPr>
        <p:txBody>
          <a:bodyPr>
            <a:no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9680273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58B73AF-3955-4569-8B4F-B329360A9CBD}" type="datetime1">
              <a:rPr lang="en-US" smtClean="0"/>
              <a:t>6/3/2026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650991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695276D-BBED-48BC-B459-1E9A16CF46CD}" type="datetime1">
              <a:rPr lang="en-US" smtClean="0"/>
              <a:t>6/3/2026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Content Placeholder 7">
            <a:extLst>
              <a:ext uri="{FF2B5EF4-FFF2-40B4-BE49-F238E27FC236}">
                <a16:creationId xmlns:a16="http://schemas.microsoft.com/office/drawing/2014/main" id="{DD74ED7B-D05F-9923-6EB3-4AA483A680F4}"/>
              </a:ext>
            </a:extLst>
          </p:cNvPr>
          <p:cNvSpPr>
            <a:spLocks noGrp="1"/>
          </p:cNvSpPr>
          <p:nvPr>
            <p:ph sz="quarter" idx="13"/>
          </p:nvPr>
        </p:nvSpPr>
        <p:spPr>
          <a:xfrm>
            <a:off x="5414320" y="1538288"/>
            <a:ext cx="5824481" cy="475234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7" y="1537853"/>
            <a:ext cx="4317026" cy="4752779"/>
          </a:xfrm>
        </p:spPr>
        <p:txBody>
          <a:bodyPr>
            <a:normAutofit/>
          </a:bodyPr>
          <a:lstStyle>
            <a:lvl1pPr>
              <a:defRPr sz="3600"/>
            </a:lvl1pPr>
          </a:lstStyle>
          <a:p>
            <a:r>
              <a:rPr lang="en-US"/>
              <a:t>Click to edit Master title style</a:t>
            </a:r>
          </a:p>
        </p:txBody>
      </p:sp>
    </p:spTree>
    <p:extLst>
      <p:ext uri="{BB962C8B-B14F-4D97-AF65-F5344CB8AC3E}">
        <p14:creationId xmlns:p14="http://schemas.microsoft.com/office/powerpoint/2010/main" val="8773027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D138C57-8E3B-4697-92F8-0ED9B71F7E17}" type="datetime1">
              <a:rPr lang="en-US" smtClean="0"/>
              <a:t>6/3/2026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438655" y="640080"/>
            <a:ext cx="5779644" cy="557648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69151" y="640080"/>
            <a:ext cx="4296522" cy="5576485"/>
          </a:xfrm>
        </p:spPr>
        <p:txBody>
          <a:bodyPr>
            <a:normAutofit/>
          </a:bodyPr>
          <a:lstStyle>
            <a:lvl1pPr>
              <a:defRPr sz="3600"/>
            </a:lvl1pPr>
          </a:lstStyle>
          <a:p>
            <a:r>
              <a:rPr lang="en-US"/>
              <a:t>Click to edit Master title style</a:t>
            </a:r>
            <a:endParaRPr lang="en-US" dirty="0"/>
          </a:p>
        </p:txBody>
      </p:sp>
    </p:spTree>
    <p:extLst>
      <p:ext uri="{BB962C8B-B14F-4D97-AF65-F5344CB8AC3E}">
        <p14:creationId xmlns:p14="http://schemas.microsoft.com/office/powerpoint/2010/main" val="10309240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0ADC593-EA98-4C39-A75F-3F3A9C691019}" type="datetime1">
              <a:rPr lang="en-US" smtClean="0"/>
              <a:t>6/3/2026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35995" y="640080"/>
            <a:ext cx="6802805" cy="557648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7" y="640080"/>
            <a:ext cx="3338701" cy="5576486"/>
          </a:xfrm>
        </p:spPr>
        <p:txBody>
          <a:bodyPr>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22550740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Photo 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93885"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rot="16200000">
            <a:off x="11577950" y="230002"/>
            <a:ext cx="844059" cy="384049"/>
          </a:xfrm>
        </p:spPr>
        <p:txBody>
          <a:bodyPr/>
          <a:lstStyle/>
          <a:p>
            <a:fld id="{8FACD271-2BB0-4C13-9E3A-50B90F57CA5B}" type="datetime1">
              <a:rPr lang="en-US" smtClean="0"/>
              <a:t>6/3/2026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42532" y="2220977"/>
            <a:ext cx="5896267" cy="399558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42532" y="640080"/>
            <a:ext cx="5896266" cy="1185544"/>
          </a:xfrm>
        </p:spPr>
        <p:txBody>
          <a:bodyPr anchor="b"/>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91386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Photo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407285"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9C4109C0-CC82-467C-B6E8-62D4D3634E2A}" type="datetime1">
              <a:rPr lang="en-US" smtClean="0"/>
              <a:t>6/3/2026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rot="16200000">
            <a:off x="9313727" y="3338289"/>
            <a:ext cx="5372504" cy="384048"/>
          </a:xfrm>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rot="16200000">
            <a:off x="11679261" y="6345259"/>
            <a:ext cx="641434" cy="384046"/>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7" y="2220977"/>
            <a:ext cx="6282871" cy="399558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521" y="640080"/>
            <a:ext cx="6282871" cy="1185544"/>
          </a:xfrm>
        </p:spPr>
        <p:txBody>
          <a:bodyPr anchor="b"/>
          <a:lstStyle>
            <a:lvl1pPr>
              <a:defRPr sz="3200"/>
            </a:lvl1pPr>
          </a:lstStyle>
          <a:p>
            <a:r>
              <a:rPr lang="en-US"/>
              <a:t>Click to edit Master title style</a:t>
            </a:r>
          </a:p>
        </p:txBody>
      </p:sp>
    </p:spTree>
    <p:extLst>
      <p:ext uri="{BB962C8B-B14F-4D97-AF65-F5344CB8AC3E}">
        <p14:creationId xmlns:p14="http://schemas.microsoft.com/office/powerpoint/2010/main" val="34747407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Photo 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3796145"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rot="16200000">
            <a:off x="11577948" y="230003"/>
            <a:ext cx="844058" cy="384051"/>
          </a:xfrm>
        </p:spPr>
        <p:txBody>
          <a:bodyPr/>
          <a:lstStyle/>
          <a:p>
            <a:fld id="{1A5F77D0-C28E-4573-88F0-0A30FF98888E}" type="datetime1">
              <a:rPr lang="en-US" smtClean="0"/>
              <a:t>6/3/2026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344788" y="2220977"/>
            <a:ext cx="6894013" cy="399558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44788" y="640080"/>
            <a:ext cx="6894013" cy="1185544"/>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28244419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Photo 4">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707688" y="0"/>
            <a:ext cx="4100261"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D1F1191D-5EC4-40DF-9DB6-A6385AB88B55}" type="datetime1">
              <a:rPr lang="en-US" smtClean="0"/>
              <a:t>6/3/2026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rot="16200000">
            <a:off x="9313724" y="3338288"/>
            <a:ext cx="5372504" cy="384048"/>
          </a:xfrm>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rot="16200000">
            <a:off x="11679263" y="6345259"/>
            <a:ext cx="641434" cy="38404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7" y="2220977"/>
            <a:ext cx="6569391" cy="3995588"/>
          </a:xfrm>
        </p:spPr>
        <p:txBody>
          <a:bodyPr/>
          <a:lstStyle>
            <a:lvl1pPr>
              <a:lnSpc>
                <a:spcPct val="100000"/>
              </a:lnSpc>
              <a:defRPr sz="1800"/>
            </a:lvl1pPr>
            <a:lvl2pPr>
              <a:lnSpc>
                <a:spcPct val="100000"/>
              </a:lnSpc>
              <a:defRPr sz="1800"/>
            </a:lvl2pPr>
            <a:lvl3pPr>
              <a:lnSpc>
                <a:spcPct val="100000"/>
              </a:lnSpc>
              <a:defRPr sz="1600"/>
            </a:lvl3pPr>
            <a:lvl4pPr>
              <a:lnSpc>
                <a:spcPct val="100000"/>
              </a:lnSpc>
              <a:defRPr sz="1400"/>
            </a:lvl4pPr>
            <a:lvl5pPr>
              <a:lnSpc>
                <a:spcPct val="100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7" y="640080"/>
            <a:ext cx="6569391" cy="1185544"/>
          </a:xfrm>
        </p:spPr>
        <p:txBody>
          <a:bodyPr anchor="b"/>
          <a:lstStyle/>
          <a:p>
            <a:r>
              <a:rPr lang="en-US"/>
              <a:t>Click to edit Master title style</a:t>
            </a:r>
          </a:p>
        </p:txBody>
      </p:sp>
    </p:spTree>
    <p:extLst>
      <p:ext uri="{BB962C8B-B14F-4D97-AF65-F5344CB8AC3E}">
        <p14:creationId xmlns:p14="http://schemas.microsoft.com/office/powerpoint/2010/main" val="40117496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Photo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77947" y="230005"/>
            <a:ext cx="844059" cy="384049"/>
          </a:xfrm>
        </p:spPr>
        <p:txBody>
          <a:bodyPr/>
          <a:lstStyle>
            <a:lvl1pPr>
              <a:defRPr>
                <a:solidFill>
                  <a:schemeClr val="tx1"/>
                </a:solidFill>
                <a:effectLst/>
              </a:defRPr>
            </a:lvl1pPr>
          </a:lstStyle>
          <a:p>
            <a:fld id="{EE468DAA-49F6-4492-82E6-75555EB31418}" type="datetime1">
              <a:rPr lang="en-US" smtClean="0"/>
              <a:t>6/3/2026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80661" y="2506738"/>
            <a:ext cx="4058141" cy="370847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0661" y="640080"/>
            <a:ext cx="4058142" cy="1469952"/>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38536604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Photo 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342313" y="0"/>
            <a:ext cx="6445856"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69792" y="219040"/>
            <a:ext cx="841248" cy="403167"/>
          </a:xfrm>
        </p:spPr>
        <p:txBody>
          <a:bodyPr/>
          <a:lstStyle/>
          <a:p>
            <a:fld id="{41D22668-A3AE-429F-A351-A1583BA90793}" type="datetime1">
              <a:rPr lang="en-US" smtClean="0"/>
              <a:t>6/3/2026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9302759" y="3327321"/>
            <a:ext cx="5375314" cy="403168"/>
          </a:xfrm>
        </p:spPr>
        <p:txBody>
          <a:bodyPr/>
          <a:lstStyle>
            <a:lvl1pPr>
              <a:defRPr>
                <a:solidFill>
                  <a:schemeClr val="tx1"/>
                </a:solidFill>
                <a:effectLst/>
              </a:defRPr>
            </a:lvl1p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rot="16200000">
            <a:off x="11669700" y="6335696"/>
            <a:ext cx="641433" cy="403167"/>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8" y="2506737"/>
            <a:ext cx="4243632" cy="370982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507" y="640079"/>
            <a:ext cx="4244436" cy="1470381"/>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39137735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Photo 7">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77947" y="230005"/>
            <a:ext cx="844060" cy="384048"/>
          </a:xfrm>
        </p:spPr>
        <p:txBody>
          <a:bodyPr/>
          <a:lstStyle>
            <a:lvl1pPr>
              <a:defRPr>
                <a:solidFill>
                  <a:schemeClr val="tx1"/>
                </a:solidFill>
                <a:effectLst/>
              </a:defRPr>
            </a:lvl1pPr>
          </a:lstStyle>
          <a:p>
            <a:fld id="{CB3A2E2B-8F4D-437C-9F55-5E913AFC716A}" type="datetime1">
              <a:rPr lang="en-US" smtClean="0"/>
              <a:t>6/3/2026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40888" y="1745672"/>
            <a:ext cx="4218419" cy="447089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40889" y="640080"/>
            <a:ext cx="4217598" cy="932688"/>
          </a:xfrm>
        </p:spPr>
        <p:txBody>
          <a:bodyPr anchor="b"/>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3116772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Photo 8">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524251" y="0"/>
            <a:ext cx="6274280"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74644" y="223888"/>
            <a:ext cx="841248" cy="393471"/>
          </a:xfrm>
        </p:spPr>
        <p:txBody>
          <a:bodyPr/>
          <a:lstStyle/>
          <a:p>
            <a:fld id="{46C70014-48FC-4647-9615-BBD39F98887D}" type="datetime1">
              <a:rPr lang="en-US" smtClean="0"/>
              <a:t>6/3/2026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9307611" y="3332170"/>
            <a:ext cx="5375316" cy="393471"/>
          </a:xfrm>
        </p:spPr>
        <p:txBody>
          <a:bodyPr/>
          <a:lstStyle>
            <a:lvl1pPr>
              <a:defRPr>
                <a:solidFill>
                  <a:schemeClr val="tx1"/>
                </a:solidFill>
                <a:effectLst/>
              </a:defRPr>
            </a:lvl1p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rot="16200000">
            <a:off x="11675228" y="6339869"/>
            <a:ext cx="640080" cy="393471"/>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7" y="1602889"/>
            <a:ext cx="4426953" cy="46136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7" y="320040"/>
            <a:ext cx="4426953" cy="1153758"/>
          </a:xfrm>
        </p:spPr>
        <p:txBody>
          <a:bodyPr anchor="b"/>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36923882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Photo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rot="16200000">
            <a:off x="11579353" y="228599"/>
            <a:ext cx="841248" cy="384051"/>
          </a:xfrm>
        </p:spPr>
        <p:txBody>
          <a:bodyPr/>
          <a:lstStyle/>
          <a:p>
            <a:fld id="{C089F4EF-3CDF-46D7-ADF4-3A52C84FD8BE}" type="datetime1">
              <a:rPr lang="en-US" smtClean="0"/>
              <a:t>6/3/2026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rot="16200000">
            <a:off x="9312317" y="3336881"/>
            <a:ext cx="5375316" cy="384051"/>
          </a:xfrm>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32918" y="2285999"/>
            <a:ext cx="3126383" cy="393056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32791" y="640079"/>
            <a:ext cx="3126511" cy="1470381"/>
          </a:xfrm>
        </p:spPr>
        <p:txBody>
          <a:bodyPr anchor="b">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42110039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Photo 10">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382601" y="0"/>
            <a:ext cx="7430217"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81787" y="227618"/>
            <a:ext cx="841248" cy="379182"/>
          </a:xfrm>
        </p:spPr>
        <p:txBody>
          <a:bodyPr/>
          <a:lstStyle/>
          <a:p>
            <a:fld id="{E635C43F-DBB1-4D83-B442-E1529AA900C2}" type="datetime1">
              <a:rPr lang="en-US" smtClean="0"/>
              <a:t>6/3/2026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9332304" y="3318349"/>
            <a:ext cx="5340213" cy="379182"/>
          </a:xfrm>
        </p:spPr>
        <p:txBody>
          <a:bodyPr/>
          <a:lstStyle>
            <a:lvl1pPr>
              <a:defRPr>
                <a:solidFill>
                  <a:schemeClr val="tx1"/>
                </a:solidFill>
                <a:effectLst/>
              </a:defRPr>
            </a:lvl1p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rot="16200000">
            <a:off x="11662434" y="6328433"/>
            <a:ext cx="679953" cy="379181"/>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8" y="2346897"/>
            <a:ext cx="3285306" cy="383115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8" y="640079"/>
            <a:ext cx="3285306" cy="1470381"/>
          </a:xfrm>
        </p:spPr>
        <p:txBody>
          <a:bodyPr anchor="b">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923892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Photo 1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88816" y="228597"/>
            <a:ext cx="841248" cy="384052"/>
          </a:xfrm>
        </p:spPr>
        <p:txBody>
          <a:bodyPr/>
          <a:lstStyle>
            <a:lvl1pPr>
              <a:defRPr>
                <a:solidFill>
                  <a:schemeClr val="tx1"/>
                </a:solidFill>
                <a:effectLst/>
              </a:defRPr>
            </a:lvl1pPr>
          </a:lstStyle>
          <a:p>
            <a:fld id="{2D13F81E-C5BD-4314-B9B9-AAE2702F29D2}" type="datetime1">
              <a:rPr lang="en-US" smtClean="0"/>
              <a:t>6/3/2026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9318449" y="3340209"/>
            <a:ext cx="5372517" cy="374587"/>
          </a:xfrm>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2894707" cy="2953512"/>
          </a:xfrm>
        </p:spPr>
        <p:txBody>
          <a:bodyPr>
            <a:normAutofit/>
          </a:bodyPr>
          <a:lstStyle>
            <a:lvl1pPr marL="0" indent="0">
              <a:lnSpc>
                <a:spcPct val="100000"/>
              </a:lnSpc>
              <a:buNone/>
              <a:defRPr sz="2400"/>
            </a:lvl1pPr>
            <a:lvl2pPr marL="228600" indent="0">
              <a:lnSpc>
                <a:spcPct val="100000"/>
              </a:lnSpc>
              <a:buNone/>
              <a:defRPr sz="2000"/>
            </a:lvl2pPr>
            <a:lvl3pPr marL="457200" indent="0">
              <a:lnSpc>
                <a:spcPct val="100000"/>
              </a:lnSpc>
              <a:buNone/>
              <a:defRPr sz="1800"/>
            </a:lvl3pPr>
            <a:lvl4pPr marL="685800" indent="0">
              <a:lnSpc>
                <a:spcPct val="100000"/>
              </a:lnSpc>
              <a:buNone/>
              <a:defRPr sz="1600"/>
            </a:lvl4pPr>
            <a:lvl5pPr marL="914400" indent="0">
              <a:lnSpc>
                <a:spcPct val="100000"/>
              </a:lnSpc>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2894707" cy="1942773"/>
          </a:xfrm>
        </p:spPr>
        <p:txBody>
          <a:bodyPr anchor="b"/>
          <a:lstStyle/>
          <a:p>
            <a:r>
              <a:rPr lang="en-US" dirty="0"/>
              <a:t>Click to edit Master title style</a:t>
            </a:r>
          </a:p>
        </p:txBody>
      </p:sp>
    </p:spTree>
    <p:extLst>
      <p:ext uri="{BB962C8B-B14F-4D97-AF65-F5344CB8AC3E}">
        <p14:creationId xmlns:p14="http://schemas.microsoft.com/office/powerpoint/2010/main" val="31722170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Photo 1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1807952" cy="4635132"/>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DC8C146-0A20-4029-98D5-9A42EEDF8B24}" type="datetime1">
              <a:rPr lang="en-US" smtClean="0"/>
              <a:t>6/3/2026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414320" y="5070445"/>
            <a:ext cx="5803979" cy="1332152"/>
          </a:xfrm>
        </p:spPr>
        <p:txBody>
          <a:bodyPr>
            <a:noAutofit/>
          </a:bodyPr>
          <a:lstStyle>
            <a:lvl1pPr marL="0" indent="0">
              <a:lnSpc>
                <a:spcPct val="100000"/>
              </a:lnSpc>
              <a:buFont typeface="Arial" panose="020B0604020202020204" pitchFamily="34" charset="0"/>
              <a:buNone/>
              <a:defRPr sz="1600"/>
            </a:lvl1pPr>
            <a:lvl2pPr marL="228600" indent="0">
              <a:lnSpc>
                <a:spcPct val="100000"/>
              </a:lnSpc>
              <a:buFont typeface="Arial" panose="020B0604020202020204" pitchFamily="34" charset="0"/>
              <a:buNone/>
              <a:defRPr sz="1400"/>
            </a:lvl2pPr>
            <a:lvl3pPr marL="457200" indent="0">
              <a:lnSpc>
                <a:spcPct val="100000"/>
              </a:lnSpc>
              <a:buFont typeface="Arial" panose="020B0604020202020204" pitchFamily="34" charset="0"/>
              <a:buNone/>
              <a:defRPr sz="1200"/>
            </a:lvl3pPr>
            <a:lvl4pPr marL="685800" indent="0">
              <a:lnSpc>
                <a:spcPct val="100000"/>
              </a:lnSpc>
              <a:buFont typeface="Arial" panose="020B0604020202020204" pitchFamily="34" charset="0"/>
              <a:buNone/>
              <a:defRPr sz="1100"/>
            </a:lvl4pPr>
            <a:lvl5pPr marL="914400" indent="0">
              <a:lnSpc>
                <a:spcPct val="100000"/>
              </a:lnSpc>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7" y="5070446"/>
            <a:ext cx="4317026" cy="1332152"/>
          </a:xfrm>
        </p:spPr>
        <p:txBody>
          <a:bodyPr anchor="t">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249966100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Photo 1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1807952" cy="377827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7C12A2F-57DF-45DA-A7E9-678FD33267B9}" type="datetime1">
              <a:rPr lang="en-US" smtClean="0"/>
              <a:t>6/3/2026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21144" y="4197652"/>
            <a:ext cx="7317660" cy="2204945"/>
          </a:xfrm>
        </p:spPr>
        <p:txBody>
          <a:bodyPr>
            <a:noAutofit/>
          </a:bodyPr>
          <a:lstStyle>
            <a:lvl1pPr marL="285750" indent="-285750">
              <a:lnSpc>
                <a:spcPct val="100000"/>
              </a:lnSpc>
              <a:buFont typeface="Arial" panose="020B0604020202020204" pitchFamily="34" charset="0"/>
              <a:buChar char="•"/>
              <a:defRPr sz="1800"/>
            </a:lvl1pPr>
            <a:lvl2pPr marL="514350" indent="-285750">
              <a:lnSpc>
                <a:spcPct val="100000"/>
              </a:lnSpc>
              <a:buFont typeface="Arial" panose="020B0604020202020204" pitchFamily="34" charset="0"/>
              <a:buChar char="•"/>
              <a:defRPr sz="1600"/>
            </a:lvl2pPr>
            <a:lvl3pPr marL="742950" indent="-285750">
              <a:lnSpc>
                <a:spcPct val="100000"/>
              </a:lnSpc>
              <a:buFont typeface="Arial" panose="020B0604020202020204" pitchFamily="34" charset="0"/>
              <a:buChar char="•"/>
              <a:defRPr sz="1400"/>
            </a:lvl3pPr>
            <a:lvl4pPr marL="857250" indent="-171450">
              <a:lnSpc>
                <a:spcPct val="100000"/>
              </a:lnSpc>
              <a:buFont typeface="Arial" panose="020B0604020202020204" pitchFamily="34" charset="0"/>
              <a:buChar char="•"/>
              <a:defRPr sz="1200"/>
            </a:lvl4pPr>
            <a:lvl5pPr marL="1085850" indent="-171450">
              <a:lnSpc>
                <a:spcPct val="100000"/>
              </a:lnSpc>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7" y="4194674"/>
            <a:ext cx="2823849" cy="2204944"/>
          </a:xfrm>
        </p:spPr>
        <p:txBody>
          <a:bodyPr anchor="t">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4346222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Photo 14">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3079730"/>
            <a:ext cx="11807947" cy="377827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56490" y="251460"/>
            <a:ext cx="886968" cy="384048"/>
          </a:xfrm>
        </p:spPr>
        <p:txBody>
          <a:bodyPr/>
          <a:lstStyle/>
          <a:p>
            <a:fld id="{9128053F-E531-4885-B604-CF1A6DEEE405}" type="datetime1">
              <a:rPr lang="en-US" smtClean="0"/>
              <a:t>6/3/2026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9332422" y="3362497"/>
            <a:ext cx="5335109" cy="384049"/>
          </a:xfrm>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rot="16200000">
            <a:off x="11679934" y="6350094"/>
            <a:ext cx="640080" cy="384048"/>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39328" y="640077"/>
            <a:ext cx="7099472" cy="2016112"/>
          </a:xfrm>
        </p:spPr>
        <p:txBody>
          <a:bodyPr>
            <a:noAutofit/>
          </a:bodyPr>
          <a:lstStyle>
            <a:lvl1pPr marL="285750" indent="-285750">
              <a:lnSpc>
                <a:spcPct val="100000"/>
              </a:lnSpc>
              <a:buFont typeface="Arial" panose="020B0604020202020204" pitchFamily="34" charset="0"/>
              <a:buChar char="•"/>
              <a:defRPr sz="1800"/>
            </a:lvl1pPr>
            <a:lvl2pPr marL="514350" indent="-285750">
              <a:lnSpc>
                <a:spcPct val="100000"/>
              </a:lnSpc>
              <a:buFont typeface="Arial" panose="020B0604020202020204" pitchFamily="34" charset="0"/>
              <a:buChar char="•"/>
              <a:defRPr sz="1600"/>
            </a:lvl2pPr>
            <a:lvl3pPr marL="742950" indent="-285750">
              <a:lnSpc>
                <a:spcPct val="100000"/>
              </a:lnSpc>
              <a:buFont typeface="Arial" panose="020B0604020202020204" pitchFamily="34" charset="0"/>
              <a:buChar char="•"/>
              <a:defRPr sz="1400"/>
            </a:lvl3pPr>
            <a:lvl4pPr marL="857250" indent="-171450">
              <a:lnSpc>
                <a:spcPct val="100000"/>
              </a:lnSpc>
              <a:buFont typeface="Arial" panose="020B0604020202020204" pitchFamily="34" charset="0"/>
              <a:buChar char="•"/>
              <a:defRPr sz="1200"/>
            </a:lvl4pPr>
            <a:lvl5pPr marL="1085850" indent="-171450">
              <a:lnSpc>
                <a:spcPct val="100000"/>
              </a:lnSpc>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6" y="640077"/>
            <a:ext cx="3021529" cy="2011953"/>
          </a:xfrm>
        </p:spPr>
        <p:txBody>
          <a:bodyPr anchor="t">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5777561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Photo 1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69152" y="1993348"/>
            <a:ext cx="5442604" cy="4220413"/>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766791B-F730-470C-BD5E-FFF8D449589F}" type="datetime1">
              <a:rPr lang="en-US" smtClean="0"/>
              <a:t>6/3/2026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580910" y="1993349"/>
            <a:ext cx="4657891" cy="4220413"/>
          </a:xfrm>
        </p:spPr>
        <p:txBody>
          <a:bodyPr/>
          <a:lstStyle>
            <a:lvl1pPr>
              <a:lnSpc>
                <a:spcPct val="100000"/>
              </a:lnSpc>
              <a:defRPr sz="1800"/>
            </a:lvl1pPr>
            <a:lvl2pPr>
              <a:lnSpc>
                <a:spcPct val="100000"/>
              </a:lnSpc>
              <a:defRPr sz="1800"/>
            </a:lvl2pPr>
            <a:lvl3pPr>
              <a:lnSpc>
                <a:spcPct val="100000"/>
              </a:lnSpc>
              <a:defRPr sz="1600"/>
            </a:lvl3pPr>
            <a:lvl4pPr>
              <a:lnSpc>
                <a:spcPct val="100000"/>
              </a:lnSpc>
              <a:defRPr sz="1400"/>
            </a:lvl4pPr>
            <a:lvl5pPr>
              <a:lnSpc>
                <a:spcPct val="100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8" y="640078"/>
            <a:ext cx="10690154" cy="933889"/>
          </a:xfrm>
        </p:spPr>
        <p:txBody>
          <a:bodyPr anchor="ctr"/>
          <a:lstStyle/>
          <a:p>
            <a:r>
              <a:rPr lang="en-US"/>
              <a:t>Click to edit Master title style</a:t>
            </a:r>
            <a:endParaRPr lang="en-US" dirty="0"/>
          </a:p>
        </p:txBody>
      </p:sp>
    </p:spTree>
    <p:extLst>
      <p:ext uri="{BB962C8B-B14F-4D97-AF65-F5344CB8AC3E}">
        <p14:creationId xmlns:p14="http://schemas.microsoft.com/office/powerpoint/2010/main" val="33820285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Photo 1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48647" y="2662000"/>
            <a:ext cx="4907263" cy="3551762"/>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73FE0C-303A-49D2-B22C-9FE8AE7D9EF1}" type="datetime1">
              <a:rPr lang="en-US" smtClean="0"/>
              <a:t>6/3/2026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04554" y="640077"/>
            <a:ext cx="5234247" cy="557368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7" y="640077"/>
            <a:ext cx="4907265" cy="1602540"/>
          </a:xfrm>
        </p:spPr>
        <p:txBody>
          <a:bodyPr>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6140625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Photo 17">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48647" y="2662000"/>
            <a:ext cx="3871623" cy="3551762"/>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6/3/2026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68917" y="640077"/>
            <a:ext cx="6249382" cy="557368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7" y="640077"/>
            <a:ext cx="3871623" cy="1602540"/>
          </a:xfrm>
        </p:spPr>
        <p:txBody>
          <a:bodyPr lIns="91440" tIns="91440" anchor="t">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347813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1">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5AD3D17-73C9-402C-91E7-BA73E6829C50}" type="datetime1">
              <a:rPr lang="en-US" smtClean="0"/>
              <a:t>6/3/2026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7" y="5299364"/>
            <a:ext cx="10746884" cy="914398"/>
          </a:xfrm>
        </p:spPr>
        <p:txBody>
          <a:bodyPr anchor="t">
            <a:normAutofit/>
          </a:bodyPr>
          <a:lstStyle>
            <a:lvl1pPr marL="0" indent="0" algn="l">
              <a:lnSpc>
                <a:spcPct val="100000"/>
              </a:lnSpc>
              <a:buNone/>
              <a:defRPr sz="22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48648" y="640078"/>
            <a:ext cx="10746881" cy="4261106"/>
          </a:xfrm>
        </p:spPr>
        <p:txBody>
          <a:bodyPr anchor="b">
            <a:normAutofit/>
          </a:bodyPr>
          <a:lstStyle>
            <a:lvl1pPr algn="l">
              <a:defRPr sz="20000">
                <a:solidFill>
                  <a:schemeClr val="tx1"/>
                </a:solidFill>
              </a:defRPr>
            </a:lvl1pPr>
          </a:lstStyle>
          <a:p>
            <a:r>
              <a:rPr lang="en-US" dirty="0"/>
              <a:t>##%</a:t>
            </a:r>
          </a:p>
        </p:txBody>
      </p:sp>
    </p:spTree>
    <p:extLst>
      <p:ext uri="{BB962C8B-B14F-4D97-AF65-F5344CB8AC3E}">
        <p14:creationId xmlns:p14="http://schemas.microsoft.com/office/powerpoint/2010/main" val="218939467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Big Number 2">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77A7CDD-9512-40CC-9351-FC0DE186CFBD}" type="datetime1">
              <a:rPr lang="en-US" smtClean="0"/>
              <a:t>6/3/2026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987636"/>
            <a:ext cx="7525512" cy="1226126"/>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48648" y="640078"/>
            <a:ext cx="10690156" cy="4169666"/>
          </a:xfrm>
        </p:spPr>
        <p:txBody>
          <a:bodyPr anchor="b">
            <a:normAutofit/>
          </a:bodyPr>
          <a:lstStyle>
            <a:lvl1pPr algn="ctr">
              <a:defRPr sz="23200">
                <a:solidFill>
                  <a:schemeClr val="tx1"/>
                </a:solidFill>
              </a:defRPr>
            </a:lvl1pPr>
          </a:lstStyle>
          <a:p>
            <a:r>
              <a:rPr lang="en-US" dirty="0"/>
              <a:t>##%</a:t>
            </a:r>
          </a:p>
        </p:txBody>
      </p:sp>
    </p:spTree>
    <p:extLst>
      <p:ext uri="{BB962C8B-B14F-4D97-AF65-F5344CB8AC3E}">
        <p14:creationId xmlns:p14="http://schemas.microsoft.com/office/powerpoint/2010/main" val="339201660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Big Number 3">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8EAFE8D-E6F6-F95B-AE55-3E20B32F4478}"/>
              </a:ext>
            </a:extLst>
          </p:cNvPr>
          <p:cNvSpPr/>
          <p:nvPr userDrawn="1"/>
        </p:nvSpPr>
        <p:spPr>
          <a:xfrm>
            <a:off x="0" y="-1"/>
            <a:ext cx="11807951"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483EFCC7-B7E8-4ABE-BBCB-C75FD27800CD}" type="datetime1">
              <a:rPr lang="en-US" smtClean="0"/>
              <a:pPr/>
              <a:t>6/3/2026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987636"/>
            <a:ext cx="7525512" cy="1226126"/>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48647" y="640078"/>
            <a:ext cx="10690156" cy="4169666"/>
          </a:xfrm>
        </p:spPr>
        <p:txBody>
          <a:bodyPr anchor="b">
            <a:normAutofit/>
          </a:bodyPr>
          <a:lstStyle>
            <a:lvl1pPr algn="ctr">
              <a:defRPr sz="23200">
                <a:solidFill>
                  <a:schemeClr val="tx1"/>
                </a:solidFill>
              </a:defRPr>
            </a:lvl1pPr>
          </a:lstStyle>
          <a:p>
            <a:r>
              <a:rPr lang="en-US" dirty="0"/>
              <a:t>##%</a:t>
            </a:r>
          </a:p>
        </p:txBody>
      </p:sp>
    </p:spTree>
    <p:extLst>
      <p:ext uri="{BB962C8B-B14F-4D97-AF65-F5344CB8AC3E}">
        <p14:creationId xmlns:p14="http://schemas.microsoft.com/office/powerpoint/2010/main" val="42401474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140A1F3-DA5D-4F2E-B759-748FF8D0ACA9}" type="datetime1">
              <a:rPr lang="en-US" smtClean="0"/>
              <a:t>6/3/2026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40078" y="640078"/>
            <a:ext cx="8238746" cy="5573684"/>
          </a:xfrm>
        </p:spPr>
        <p:txBody>
          <a:bodyPr anchor="ctr">
            <a:noAutofit/>
          </a:bodyPr>
          <a:lstStyle>
            <a:lvl1pPr marL="0" indent="0">
              <a:lnSpc>
                <a:spcPct val="100000"/>
              </a:lnSpc>
              <a:buNone/>
              <a:defRPr sz="4000" b="1"/>
            </a:lvl1pPr>
            <a:lvl2pPr marL="228600" indent="0">
              <a:lnSpc>
                <a:spcPct val="100000"/>
              </a:lnSpc>
              <a:buNone/>
              <a:defRPr sz="4000" b="1"/>
            </a:lvl2pPr>
            <a:lvl3pPr marL="457200" indent="0">
              <a:lnSpc>
                <a:spcPct val="100000"/>
              </a:lnSpc>
              <a:buNone/>
              <a:defRPr sz="4000" b="1"/>
            </a:lvl3pPr>
            <a:lvl4pPr marL="685800" indent="0">
              <a:lnSpc>
                <a:spcPct val="100000"/>
              </a:lnSpc>
              <a:buNone/>
              <a:defRPr sz="4000" b="1"/>
            </a:lvl4pPr>
            <a:lvl5pPr marL="914400" indent="0">
              <a:lnSpc>
                <a:spcPct val="100000"/>
              </a:lnSpc>
              <a:buNone/>
              <a:defRPr sz="40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888197"/>
            <a:ext cx="10652760" cy="779015"/>
          </a:xfrm>
        </p:spPr>
        <p:txBody>
          <a:bodyPr/>
          <a:lstStyle/>
          <a:p>
            <a:r>
              <a:rPr lang="en-US"/>
              <a:t>Click to edit Master title style</a:t>
            </a:r>
          </a:p>
        </p:txBody>
      </p:sp>
    </p:spTree>
    <p:extLst>
      <p:ext uri="{BB962C8B-B14F-4D97-AF65-F5344CB8AC3E}">
        <p14:creationId xmlns:p14="http://schemas.microsoft.com/office/powerpoint/2010/main" val="30499288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301B1322-4C31-4D1F-88B1-5F79F56892AE}" type="datetime1">
              <a:rPr lang="en-US" smtClean="0"/>
              <a:t>6/3/2026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40078" y="-841525"/>
            <a:ext cx="8238746" cy="591075"/>
          </a:xfrm>
        </p:spPr>
        <p:txBody>
          <a:bodyPr anchor="b">
            <a:noAutofit/>
          </a:bodyPr>
          <a:lstStyle>
            <a:lvl1pPr marL="0" indent="0">
              <a:lnSpc>
                <a:spcPct val="100000"/>
              </a:lnSpc>
              <a:buNone/>
              <a:defRPr sz="18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Master title style</a:t>
            </a: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40078" y="841257"/>
            <a:ext cx="9764686" cy="5372505"/>
          </a:xfrm>
        </p:spPr>
        <p:txBody>
          <a:bodyPr anchor="b"/>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20821880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1">
              <a:rPr lang="en-US" smtClean="0"/>
              <a:t>6/3/2026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40078" y="640078"/>
            <a:ext cx="8238746" cy="5573684"/>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Tree>
    <p:extLst>
      <p:ext uri="{BB962C8B-B14F-4D97-AF65-F5344CB8AC3E}">
        <p14:creationId xmlns:p14="http://schemas.microsoft.com/office/powerpoint/2010/main" val="261247997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Quote 1">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6/3/2026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428752"/>
            <a:ext cx="9198864" cy="466344"/>
          </a:xfrm>
        </p:spPr>
        <p:txBody>
          <a:bodyPr anchor="ctr">
            <a:normAutofit/>
          </a:bodyPr>
          <a:lstStyle>
            <a:lvl1pPr marL="0" indent="0" algn="l">
              <a:lnSpc>
                <a:spcPct val="100000"/>
              </a:lnSpc>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anchor="ctr">
            <a:normAutofit/>
          </a:bodyPr>
          <a:lstStyle>
            <a:lvl1pPr algn="l">
              <a:lnSpc>
                <a:spcPct val="100000"/>
              </a:lnSpc>
              <a:defRPr sz="4000" b="0"/>
            </a:lvl1pPr>
          </a:lstStyle>
          <a:p>
            <a:r>
              <a:rPr lang="en-US" dirty="0"/>
              <a:t>Click to edit Quote</a:t>
            </a:r>
          </a:p>
        </p:txBody>
      </p:sp>
    </p:spTree>
    <p:extLst>
      <p:ext uri="{BB962C8B-B14F-4D97-AF65-F5344CB8AC3E}">
        <p14:creationId xmlns:p14="http://schemas.microsoft.com/office/powerpoint/2010/main" val="301289992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Quote 2">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980CAA-82CE-AE1A-79D9-74B40375C465}"/>
              </a:ext>
            </a:extLst>
          </p:cNvPr>
          <p:cNvSpPr/>
          <p:nvPr userDrawn="1"/>
        </p:nvSpPr>
        <p:spPr>
          <a:xfrm>
            <a:off x="0" y="-1"/>
            <a:ext cx="11807951"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29247CA6-BC1D-429A-A289-4E939E49554A}" type="datetime1">
              <a:rPr lang="en-US" smtClean="0"/>
              <a:pPr/>
              <a:t>6/3/2026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349240"/>
            <a:ext cx="9198864" cy="466344"/>
          </a:xfrm>
        </p:spPr>
        <p:txBody>
          <a:bodyPr anchor="ctr">
            <a:normAutofit/>
          </a:bodyPr>
          <a:lstStyle>
            <a:lvl1pPr marL="0" indent="0" algn="l">
              <a:lnSpc>
                <a:spcPct val="100000"/>
              </a:lnSpc>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anchor="ctr">
            <a:normAutofit/>
          </a:bodyPr>
          <a:lstStyle>
            <a:lvl1pPr algn="l">
              <a:lnSpc>
                <a:spcPct val="100000"/>
              </a:lnSpc>
              <a:defRPr sz="3200" b="0"/>
            </a:lvl1pPr>
          </a:lstStyle>
          <a:p>
            <a:r>
              <a:rPr lang="en-US" dirty="0"/>
              <a:t>Click to edit Quote</a:t>
            </a:r>
          </a:p>
        </p:txBody>
      </p:sp>
    </p:spTree>
    <p:extLst>
      <p:ext uri="{BB962C8B-B14F-4D97-AF65-F5344CB8AC3E}">
        <p14:creationId xmlns:p14="http://schemas.microsoft.com/office/powerpoint/2010/main" val="29823345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Quote 3">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F8418BD-2BA9-41CB-AB89-625779A7563D}" type="datetime1">
              <a:rPr lang="en-US" smtClean="0"/>
              <a:t>6/3/2026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640076" y="5669280"/>
            <a:ext cx="8933691" cy="544482"/>
          </a:xfrm>
        </p:spPr>
        <p:txBody>
          <a:bodyPr anchor="ctr">
            <a:normAutofit/>
          </a:bodyPr>
          <a:lstStyle>
            <a:lvl1pPr marL="0" indent="0" algn="l">
              <a:lnSpc>
                <a:spcPct val="100000"/>
              </a:lnSpc>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40078" y="1234440"/>
            <a:ext cx="8933690" cy="3169920"/>
          </a:xfrm>
        </p:spPr>
        <p:txBody>
          <a:bodyPr anchor="ctr">
            <a:normAutofit/>
          </a:bodyPr>
          <a:lstStyle>
            <a:lvl1pPr algn="l">
              <a:lnSpc>
                <a:spcPct val="100000"/>
              </a:lnSpc>
              <a:defRPr sz="4000" b="0"/>
            </a:lvl1pPr>
          </a:lstStyle>
          <a:p>
            <a:r>
              <a:rPr lang="en-US" dirty="0"/>
              <a:t>Click to edit Quote</a:t>
            </a:r>
          </a:p>
        </p:txBody>
      </p:sp>
    </p:spTree>
    <p:extLst>
      <p:ext uri="{BB962C8B-B14F-4D97-AF65-F5344CB8AC3E}">
        <p14:creationId xmlns:p14="http://schemas.microsoft.com/office/powerpoint/2010/main" val="10324946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291CE83-67BA-4B15-B48A-7DC5C0636664}" type="datetime1">
              <a:rPr lang="en-US" smtClean="0"/>
              <a:pPr/>
              <a:t>6/3/2026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9A01C0A-2BB6-49E7-91A3-DCB9F9F59583}" type="slidenum">
              <a:rPr lang="en-US" smtClean="0"/>
              <a:pPr/>
              <a:t>‹#›</a:t>
            </a:fld>
            <a:endParaRPr lang="en-US" dirty="0"/>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066601" cy="435133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548648" y="1825624"/>
            <a:ext cx="5066602" cy="438813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8" y="640078"/>
            <a:ext cx="10690153" cy="1040820"/>
          </a:xfrm>
        </p:spPr>
        <p:txBody>
          <a:bodyPr/>
          <a:lstStyle/>
          <a:p>
            <a:r>
              <a:rPr lang="en-US"/>
              <a:t>Click to edit Master title style</a:t>
            </a:r>
            <a:endParaRPr lang="en-US" dirty="0"/>
          </a:p>
        </p:txBody>
      </p:sp>
    </p:spTree>
    <p:extLst>
      <p:ext uri="{BB962C8B-B14F-4D97-AF65-F5344CB8AC3E}">
        <p14:creationId xmlns:p14="http://schemas.microsoft.com/office/powerpoint/2010/main" val="638363647"/>
      </p:ext>
    </p:extLst>
  </p:cSld>
  <p:clrMapOvr>
    <a:masterClrMapping/>
  </p:clrMapOvr>
  <p:hf hdr="0" ftr="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5BCCB42A-67CE-499B-A4FA-7D4E4469B142}" type="datetime1">
              <a:rPr lang="en-US" smtClean="0"/>
              <a:t>6/3/2026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228076" y="2387600"/>
            <a:ext cx="5010725" cy="382616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28076" y="1826185"/>
            <a:ext cx="5010727" cy="419384"/>
          </a:xfrm>
        </p:spPr>
        <p:txBody>
          <a:bodyPr anchor="b">
            <a:normAutofit/>
          </a:bodyPr>
          <a:lstStyle>
            <a:lvl1pPr marL="0" indent="0">
              <a:lnSpc>
                <a:spcPct val="10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548648" y="2387600"/>
            <a:ext cx="5110276" cy="382616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48646" y="1826185"/>
            <a:ext cx="5110277" cy="419384"/>
          </a:xfrm>
        </p:spPr>
        <p:txBody>
          <a:bodyPr anchor="b">
            <a:normAutofit/>
          </a:bodyPr>
          <a:lstStyle>
            <a:lvl1pPr marL="0" indent="0">
              <a:lnSpc>
                <a:spcPct val="10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48646" y="640078"/>
            <a:ext cx="10690157" cy="1050610"/>
          </a:xfrm>
        </p:spPr>
        <p:txBody>
          <a:bodyPr/>
          <a:lstStyle/>
          <a:p>
            <a:r>
              <a:rPr lang="en-US"/>
              <a:t>Click to edit Master title style</a:t>
            </a:r>
          </a:p>
        </p:txBody>
      </p:sp>
    </p:spTree>
    <p:extLst>
      <p:ext uri="{BB962C8B-B14F-4D97-AF65-F5344CB8AC3E}">
        <p14:creationId xmlns:p14="http://schemas.microsoft.com/office/powerpoint/2010/main" val="39748198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D291CE83-67BA-4B15-B48A-7DC5C0636664}" type="datetime1">
              <a:rPr lang="en-US" smtClean="0"/>
              <a:pPr/>
              <a:t>6/3/2026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1274182871"/>
      </p:ext>
    </p:extLst>
  </p:cSld>
  <p:clrMapOvr>
    <a:masterClrMapping/>
  </p:clrMapOvr>
  <p:hf hdr="0" ftr="0"/>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87CFF128-BAC7-4E0D-8F77-28A571D93B6F}" type="datetime1">
              <a:rPr lang="en-US" smtClean="0"/>
              <a:t>6/3/2026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50398082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D291CE83-67BA-4B15-B48A-7DC5C0636664}" type="datetime1">
              <a:rPr lang="en-US" smtClean="0"/>
              <a:pPr/>
              <a:t>6/3/2026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09A01C0A-2BB6-49E7-91A3-DCB9F9F59583}" type="slidenum">
              <a:rPr lang="en-US" smtClean="0"/>
              <a:pPr/>
              <a:t>‹#›</a:t>
            </a:fld>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043260" y="640078"/>
            <a:ext cx="6195542" cy="5573684"/>
          </a:xfrm>
        </p:spPr>
        <p:txBody>
          <a:bodyPr>
            <a:normAutofit/>
          </a:bodyPr>
          <a:lstStyle>
            <a:lvl1pPr>
              <a:lnSpc>
                <a:spcPct val="100000"/>
              </a:lnSpc>
              <a:defRPr sz="2800"/>
            </a:lvl1pPr>
            <a:lvl2pPr>
              <a:lnSpc>
                <a:spcPct val="100000"/>
              </a:lnSpc>
              <a:defRPr sz="2400"/>
            </a:lvl2pPr>
            <a:lvl3pPr>
              <a:lnSpc>
                <a:spcPct val="100000"/>
              </a:lnSpc>
              <a:defRPr sz="2000"/>
            </a:lvl3pPr>
            <a:lvl4pPr>
              <a:lnSpc>
                <a:spcPct val="100000"/>
              </a:lnSpc>
              <a:defRPr sz="1800"/>
            </a:lvl4pPr>
            <a:lvl5pPr>
              <a:lnSpc>
                <a:spcPct val="100000"/>
              </a:lnSpc>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48647" y="2470245"/>
            <a:ext cx="3945971" cy="3743517"/>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48642" y="640078"/>
            <a:ext cx="3945971" cy="1671043"/>
          </a:xfrm>
        </p:spPr>
        <p:txBody>
          <a:bodyPr anchor="t">
            <a:no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3369325753"/>
      </p:ext>
    </p:extLst>
  </p:cSld>
  <p:clrMapOvr>
    <a:masterClrMapping/>
  </p:clrMapOvr>
  <p:hf hdr="0" ftr="0"/>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4971883" y="640079"/>
            <a:ext cx="6285582" cy="5573684"/>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lvl1pPr marL="0" indent="0">
              <a:lnSpc>
                <a:spcPct val="100000"/>
              </a:lnSpc>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3D157344-9CC7-412D-8C20-072BE86D5A11}" type="datetime1">
              <a:rPr lang="en-US" smtClean="0"/>
              <a:t>6/3/2026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548647" y="2826137"/>
            <a:ext cx="3879130" cy="3387625"/>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44107" y="640079"/>
            <a:ext cx="3879129" cy="2021922"/>
          </a:xfrm>
        </p:spPr>
        <p:txBody>
          <a:bodyPr anchor="t">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28899388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0645BE-AC35-911F-0084-2CC2C836EB4D}"/>
              </a:ext>
            </a:extLst>
          </p:cNvPr>
          <p:cNvSpPr/>
          <p:nvPr userDrawn="1"/>
        </p:nvSpPr>
        <p:spPr>
          <a:xfrm>
            <a:off x="0" y="-1"/>
            <a:ext cx="11807951"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157987AA-E4E6-4FC1-BAD8-09A952212C58}" type="datetime1">
              <a:rPr lang="en-US" smtClean="0"/>
              <a:pPr/>
              <a:t>6/3/2026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8648" y="3594099"/>
            <a:ext cx="10690154" cy="2619663"/>
          </a:xfrm>
        </p:spPr>
        <p:txBody>
          <a:bodyPr/>
          <a:lstStyle>
            <a:lvl1pPr marL="0" indent="0">
              <a:lnSpc>
                <a:spcPct val="100000"/>
              </a:lnSpc>
              <a:buNone/>
              <a:defRPr/>
            </a:lvl1pPr>
            <a:lvl2pPr marL="228600" indent="0">
              <a:lnSpc>
                <a:spcPct val="100000"/>
              </a:lnSpc>
              <a:buNone/>
              <a:defRPr/>
            </a:lvl2pPr>
            <a:lvl3pPr marL="457200" indent="0">
              <a:lnSpc>
                <a:spcPct val="100000"/>
              </a:lnSpc>
              <a:buNone/>
              <a:defRPr/>
            </a:lvl3pPr>
            <a:lvl4pPr marL="685800" indent="0">
              <a:lnSpc>
                <a:spcPct val="100000"/>
              </a:lnSpc>
              <a:buNone/>
              <a:defRPr/>
            </a:lvl4pPr>
            <a:lvl5pPr marL="914400" indent="0">
              <a:lnSpc>
                <a:spcPct val="100000"/>
              </a:lnSpc>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8" y="1847088"/>
            <a:ext cx="7408336" cy="1133856"/>
          </a:xfrm>
        </p:spPr>
        <p:txBody>
          <a:bodyPr anchor="b">
            <a:no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603044790"/>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07E2D40-0539-03CF-D61C-37822ABA17A8}"/>
              </a:ext>
            </a:extLst>
          </p:cNvPr>
          <p:cNvSpPr/>
          <p:nvPr userDrawn="1"/>
        </p:nvSpPr>
        <p:spPr>
          <a:xfrm>
            <a:off x="0" y="-1"/>
            <a:ext cx="11807951"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043CF65F-0E21-48DE-8D75-4BF66A547E8E}" type="datetime1">
              <a:rPr lang="en-US" smtClean="0"/>
              <a:pPr/>
              <a:t>6/3/2026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48647" y="3792262"/>
            <a:ext cx="8494767" cy="1279615"/>
          </a:xfrm>
        </p:spPr>
        <p:txBody>
          <a:bodyPr>
            <a:noAutofit/>
          </a:bodyPr>
          <a:lstStyle>
            <a:lvl1pPr marL="0" indent="0">
              <a:lnSpc>
                <a:spcPct val="100000"/>
              </a:lnSpc>
              <a:buNone/>
              <a:defRPr sz="2400"/>
            </a:lvl1pPr>
            <a:lvl2pPr marL="228600" indent="0">
              <a:lnSpc>
                <a:spcPct val="100000"/>
              </a:lnSpc>
              <a:buNone/>
              <a:defRPr sz="2000"/>
            </a:lvl2pPr>
            <a:lvl3pPr marL="457200" indent="0">
              <a:lnSpc>
                <a:spcPct val="100000"/>
              </a:lnSpc>
              <a:buNone/>
              <a:defRPr sz="1800"/>
            </a:lvl3pPr>
            <a:lvl4pPr marL="685800" indent="0">
              <a:lnSpc>
                <a:spcPct val="100000"/>
              </a:lnSpc>
              <a:buNone/>
              <a:defRPr sz="1600"/>
            </a:lvl4pPr>
            <a:lvl5pPr marL="914400" indent="0">
              <a:lnSpc>
                <a:spcPct val="100000"/>
              </a:lnSpc>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7" y="1627318"/>
            <a:ext cx="8494767" cy="1842020"/>
          </a:xfrm>
        </p:spPr>
        <p:txBody>
          <a:bodyPr anchor="b">
            <a:no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3977725097"/>
      </p:ext>
    </p:extLst>
  </p:cSld>
  <p:clrMapOvr>
    <a:overrideClrMapping bg1="dk1" tx1="lt1" bg2="dk2" tx2="lt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tent photo 18">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46C58F9-5CE0-4282-46E0-3E3A700FDB38}"/>
              </a:ext>
            </a:extLst>
          </p:cNvPr>
          <p:cNvSpPr>
            <a:spLocks noGrp="1"/>
          </p:cNvSpPr>
          <p:nvPr>
            <p:ph type="pic" sz="quarter" idx="10"/>
          </p:nvPr>
        </p:nvSpPr>
        <p:spPr>
          <a:xfrm>
            <a:off x="1395412" y="653461"/>
            <a:ext cx="4597556" cy="5549900"/>
          </a:xfrm>
          <a:custGeom>
            <a:avLst/>
            <a:gdLst>
              <a:gd name="connsiteX0" fmla="*/ 2179508 w 4597556"/>
              <a:gd name="connsiteY0" fmla="*/ 0 h 5549900"/>
              <a:gd name="connsiteX1" fmla="*/ 4597556 w 4597556"/>
              <a:gd name="connsiteY1" fmla="*/ 0 h 5549900"/>
              <a:gd name="connsiteX2" fmla="*/ 4597556 w 4597556"/>
              <a:gd name="connsiteY2" fmla="*/ 2476634 h 5549900"/>
              <a:gd name="connsiteX3" fmla="*/ 4502141 w 4597556"/>
              <a:gd name="connsiteY3" fmla="*/ 2476634 h 5549900"/>
              <a:gd name="connsiteX4" fmla="*/ 4502141 w 4597556"/>
              <a:gd name="connsiteY4" fmla="*/ 4729244 h 5549900"/>
              <a:gd name="connsiteX5" fmla="*/ 4597556 w 4597556"/>
              <a:gd name="connsiteY5" fmla="*/ 4729244 h 5549900"/>
              <a:gd name="connsiteX6" fmla="*/ 4597556 w 4597556"/>
              <a:gd name="connsiteY6" fmla="*/ 5549900 h 5549900"/>
              <a:gd name="connsiteX7" fmla="*/ 0 w 4597556"/>
              <a:gd name="connsiteY7" fmla="*/ 5549900 h 5549900"/>
              <a:gd name="connsiteX8" fmla="*/ 0 w 4597556"/>
              <a:gd name="connsiteY8" fmla="*/ 1321566 h 5549900"/>
              <a:gd name="connsiteX9" fmla="*/ 2179508 w 4597556"/>
              <a:gd name="connsiteY9" fmla="*/ 1321566 h 5549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97556" h="5549900">
                <a:moveTo>
                  <a:pt x="2179508" y="0"/>
                </a:moveTo>
                <a:lnTo>
                  <a:pt x="4597556" y="0"/>
                </a:lnTo>
                <a:lnTo>
                  <a:pt x="4597556" y="2476634"/>
                </a:lnTo>
                <a:lnTo>
                  <a:pt x="4502141" y="2476634"/>
                </a:lnTo>
                <a:lnTo>
                  <a:pt x="4502141" y="4729244"/>
                </a:lnTo>
                <a:lnTo>
                  <a:pt x="4597556" y="4729244"/>
                </a:lnTo>
                <a:lnTo>
                  <a:pt x="4597556" y="5549900"/>
                </a:lnTo>
                <a:lnTo>
                  <a:pt x="0" y="5549900"/>
                </a:lnTo>
                <a:lnTo>
                  <a:pt x="0" y="1321566"/>
                </a:lnTo>
                <a:lnTo>
                  <a:pt x="2179508" y="1321566"/>
                </a:lnTo>
                <a:close/>
              </a:path>
            </a:pathLst>
          </a:custGeo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wrap="square">
            <a:noAutofit/>
          </a:bodyPr>
          <a:lstStyle/>
          <a:p>
            <a:endParaRPr lang="en-US" dirty="0"/>
          </a:p>
        </p:txBody>
      </p:sp>
      <p:sp>
        <p:nvSpPr>
          <p:cNvPr id="4" name="Rectangle 3">
            <a:extLst>
              <a:ext uri="{FF2B5EF4-FFF2-40B4-BE49-F238E27FC236}">
                <a16:creationId xmlns:a16="http://schemas.microsoft.com/office/drawing/2014/main" id="{6D80952A-DC24-8DFB-F8E3-1AAC5A9D5F6C}"/>
              </a:ext>
            </a:extLst>
          </p:cNvPr>
          <p:cNvSpPr/>
          <p:nvPr userDrawn="1"/>
        </p:nvSpPr>
        <p:spPr>
          <a:xfrm>
            <a:off x="11792373" y="0"/>
            <a:ext cx="408811"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Date Placeholder 3">
            <a:extLst>
              <a:ext uri="{FF2B5EF4-FFF2-40B4-BE49-F238E27FC236}">
                <a16:creationId xmlns:a16="http://schemas.microsoft.com/office/drawing/2014/main" id="{A79D49B1-D905-CE2E-C062-AB1BDD014E8B}"/>
              </a:ext>
            </a:extLst>
          </p:cNvPr>
          <p:cNvSpPr>
            <a:spLocks noGrp="1"/>
          </p:cNvSpPr>
          <p:nvPr>
            <p:ph type="dt" sz="half" idx="11"/>
          </p:nvPr>
        </p:nvSpPr>
        <p:spPr>
          <a:xfrm rot="16200000">
            <a:off x="11577948" y="230006"/>
            <a:ext cx="844062" cy="384047"/>
          </a:xfrm>
        </p:spPr>
        <p:txBody>
          <a:bodyPr/>
          <a:lstStyle>
            <a:lvl1pPr>
              <a:defRPr>
                <a:solidFill>
                  <a:schemeClr val="tx1"/>
                </a:solidFill>
              </a:defRPr>
            </a:lvl1pPr>
          </a:lstStyle>
          <a:p>
            <a:fld id="{043CF65F-0E21-48DE-8D75-4BF66A547E8E}" type="datetime1">
              <a:rPr lang="en-US" smtClean="0"/>
              <a:pPr/>
              <a:t>6/3/2026</a:t>
            </a:fld>
            <a:endParaRPr lang="en-US" dirty="0"/>
          </a:p>
        </p:txBody>
      </p:sp>
      <p:sp>
        <p:nvSpPr>
          <p:cNvPr id="7" name="Footer Placeholder 4">
            <a:extLst>
              <a:ext uri="{FF2B5EF4-FFF2-40B4-BE49-F238E27FC236}">
                <a16:creationId xmlns:a16="http://schemas.microsoft.com/office/drawing/2014/main" id="{B1FC8BC9-F44B-803F-5CD7-ADFC9673F03F}"/>
              </a:ext>
            </a:extLst>
          </p:cNvPr>
          <p:cNvSpPr>
            <a:spLocks noGrp="1"/>
          </p:cNvSpPr>
          <p:nvPr>
            <p:ph type="ftr" sz="quarter" idx="12"/>
          </p:nvPr>
        </p:nvSpPr>
        <p:spPr>
          <a:xfrm rot="16200000">
            <a:off x="9313725" y="3338288"/>
            <a:ext cx="5372505" cy="384047"/>
          </a:xfrm>
        </p:spPr>
        <p:txBody>
          <a:bodyPr/>
          <a:lstStyle>
            <a:lvl1pPr>
              <a:defRPr>
                <a:solidFill>
                  <a:schemeClr val="tx1"/>
                </a:solidFill>
              </a:defRPr>
            </a:lvl1pPr>
          </a:lstStyle>
          <a:p>
            <a:r>
              <a:rPr lang="en-US" dirty="0"/>
              <a:t>Presentation Title</a:t>
            </a:r>
          </a:p>
        </p:txBody>
      </p:sp>
      <p:sp>
        <p:nvSpPr>
          <p:cNvPr id="8" name="Slide Number Placeholder 5">
            <a:extLst>
              <a:ext uri="{FF2B5EF4-FFF2-40B4-BE49-F238E27FC236}">
                <a16:creationId xmlns:a16="http://schemas.microsoft.com/office/drawing/2014/main" id="{AAA75D29-C079-E864-B363-40064D1938B8}"/>
              </a:ext>
            </a:extLst>
          </p:cNvPr>
          <p:cNvSpPr>
            <a:spLocks noGrp="1"/>
          </p:cNvSpPr>
          <p:nvPr>
            <p:ph type="sldNum" sz="quarter" idx="13"/>
          </p:nvPr>
        </p:nvSpPr>
        <p:spPr>
          <a:xfrm rot="16200000">
            <a:off x="11679259" y="6345258"/>
            <a:ext cx="641433" cy="384048"/>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17" name="Rectangle 16">
            <a:extLst>
              <a:ext uri="{FF2B5EF4-FFF2-40B4-BE49-F238E27FC236}">
                <a16:creationId xmlns:a16="http://schemas.microsoft.com/office/drawing/2014/main" id="{CB5BB9C8-B774-7D15-8251-AC8ED5B99387}"/>
              </a:ext>
              <a:ext uri="{C183D7F6-B498-43B3-948B-1728B52AA6E4}">
                <adec:decorative xmlns:adec="http://schemas.microsoft.com/office/drawing/2017/decorative" val="1"/>
              </a:ext>
            </a:extLst>
          </p:cNvPr>
          <p:cNvSpPr/>
          <p:nvPr/>
        </p:nvSpPr>
        <p:spPr>
          <a:xfrm>
            <a:off x="5867073" y="3130095"/>
            <a:ext cx="228928" cy="225261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accent1"/>
              </a:solidFill>
            </a:endParaRPr>
          </a:p>
        </p:txBody>
      </p:sp>
      <p:sp>
        <p:nvSpPr>
          <p:cNvPr id="9" name="Rectangle 8">
            <a:extLst>
              <a:ext uri="{FF2B5EF4-FFF2-40B4-BE49-F238E27FC236}">
                <a16:creationId xmlns:a16="http://schemas.microsoft.com/office/drawing/2014/main" id="{2EBE262A-1515-660C-5ACF-699ADA35F603}"/>
              </a:ext>
              <a:ext uri="{C183D7F6-B498-43B3-948B-1728B52AA6E4}">
                <adec:decorative xmlns:adec="http://schemas.microsoft.com/office/drawing/2017/decorative" val="1"/>
              </a:ext>
            </a:extLst>
          </p:cNvPr>
          <p:cNvSpPr/>
          <p:nvPr userDrawn="1"/>
        </p:nvSpPr>
        <p:spPr>
          <a:xfrm>
            <a:off x="831720" y="640080"/>
            <a:ext cx="2743200" cy="1334947"/>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accent1"/>
              </a:solidFill>
            </a:endParaRP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6696222" y="3127248"/>
            <a:ext cx="4533398" cy="3108960"/>
          </a:xfrm>
        </p:spPr>
        <p:txBody>
          <a:bodyPr lIns="91440" tIns="91440" rIns="0" bIns="0">
            <a:noAutofit/>
          </a:bodyPr>
          <a:lstStyle>
            <a:lvl1pPr marL="0" indent="0">
              <a:lnSpc>
                <a:spcPct val="100000"/>
              </a:lnSpc>
              <a:spcBef>
                <a:spcPts val="0"/>
              </a:spcBef>
              <a:spcAft>
                <a:spcPts val="1200"/>
              </a:spcAft>
              <a:buNone/>
              <a:defRPr sz="1800" cap="none"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6696221" y="640080"/>
            <a:ext cx="4533398" cy="2157984"/>
          </a:xfrm>
        </p:spPr>
        <p:txBody>
          <a:bodyPr lIns="91440" tIns="91440" rIns="0" bIns="0" anchor="b">
            <a:noAutofit/>
          </a:bodyPr>
          <a:lstStyle>
            <a:lvl1pPr>
              <a:defRPr sz="3200" cap="all" baseline="0"/>
            </a:lvl1pPr>
          </a:lstStyle>
          <a:p>
            <a:r>
              <a:rPr lang="en-US" dirty="0"/>
              <a:t>CLICK TO EDIT MASTER TITLE STYLE</a:t>
            </a:r>
          </a:p>
        </p:txBody>
      </p:sp>
    </p:spTree>
    <p:extLst>
      <p:ext uri="{BB962C8B-B14F-4D97-AF65-F5344CB8AC3E}">
        <p14:creationId xmlns:p14="http://schemas.microsoft.com/office/powerpoint/2010/main" val="273739320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tent Photo 2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2F02D30-CC17-F516-802A-A3AE633BF025}"/>
              </a:ext>
            </a:extLst>
          </p:cNvPr>
          <p:cNvSpPr/>
          <p:nvPr userDrawn="1"/>
        </p:nvSpPr>
        <p:spPr>
          <a:xfrm>
            <a:off x="0" y="0"/>
            <a:ext cx="4553712" cy="2432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6" name="Picture Placeholder 5">
            <a:extLst>
              <a:ext uri="{FF2B5EF4-FFF2-40B4-BE49-F238E27FC236}">
                <a16:creationId xmlns:a16="http://schemas.microsoft.com/office/drawing/2014/main" id="{5FBA0098-0696-799B-78DA-DBE833190D57}"/>
              </a:ext>
            </a:extLst>
          </p:cNvPr>
          <p:cNvSpPr>
            <a:spLocks noGrp="1"/>
          </p:cNvSpPr>
          <p:nvPr>
            <p:ph type="pic" sz="quarter" idx="11"/>
          </p:nvPr>
        </p:nvSpPr>
        <p:spPr>
          <a:xfrm>
            <a:off x="832104" y="640080"/>
            <a:ext cx="4727448" cy="5559552"/>
          </a:xfrm>
          <a:custGeom>
            <a:avLst/>
            <a:gdLst>
              <a:gd name="connsiteX0" fmla="*/ 0 w 4727448"/>
              <a:gd name="connsiteY0" fmla="*/ 0 h 5559552"/>
              <a:gd name="connsiteX1" fmla="*/ 4727448 w 4727448"/>
              <a:gd name="connsiteY1" fmla="*/ 0 h 5559552"/>
              <a:gd name="connsiteX2" fmla="*/ 4727448 w 4727448"/>
              <a:gd name="connsiteY2" fmla="*/ 2500529 h 5559552"/>
              <a:gd name="connsiteX3" fmla="*/ 4596278 w 4727448"/>
              <a:gd name="connsiteY3" fmla="*/ 2513752 h 5559552"/>
              <a:gd name="connsiteX4" fmla="*/ 4071308 w 4727448"/>
              <a:gd name="connsiteY4" fmla="*/ 3157867 h 5559552"/>
              <a:gd name="connsiteX5" fmla="*/ 4596278 w 4727448"/>
              <a:gd name="connsiteY5" fmla="*/ 3801983 h 5559552"/>
              <a:gd name="connsiteX6" fmla="*/ 4727448 w 4727448"/>
              <a:gd name="connsiteY6" fmla="*/ 3815206 h 5559552"/>
              <a:gd name="connsiteX7" fmla="*/ 4727448 w 4727448"/>
              <a:gd name="connsiteY7" fmla="*/ 5559552 h 5559552"/>
              <a:gd name="connsiteX8" fmla="*/ 0 w 4727448"/>
              <a:gd name="connsiteY8" fmla="*/ 5559552 h 5559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27448" h="5559552">
                <a:moveTo>
                  <a:pt x="0" y="0"/>
                </a:moveTo>
                <a:lnTo>
                  <a:pt x="4727448" y="0"/>
                </a:lnTo>
                <a:lnTo>
                  <a:pt x="4727448" y="2500529"/>
                </a:lnTo>
                <a:lnTo>
                  <a:pt x="4596278" y="2513752"/>
                </a:lnTo>
                <a:cubicBezTo>
                  <a:pt x="4296678" y="2575059"/>
                  <a:pt x="4071308" y="2840144"/>
                  <a:pt x="4071308" y="3157867"/>
                </a:cubicBezTo>
                <a:cubicBezTo>
                  <a:pt x="4071308" y="3475590"/>
                  <a:pt x="4296678" y="3740676"/>
                  <a:pt x="4596278" y="3801983"/>
                </a:cubicBezTo>
                <a:lnTo>
                  <a:pt x="4727448" y="3815206"/>
                </a:lnTo>
                <a:lnTo>
                  <a:pt x="4727448" y="5559552"/>
                </a:lnTo>
                <a:lnTo>
                  <a:pt x="0" y="5559552"/>
                </a:lnTo>
                <a:close/>
              </a:path>
            </a:pathLst>
          </a:custGeo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wrap="square" anchor="ctr">
            <a:noAutofit/>
          </a:bodyPr>
          <a:lstStyle>
            <a:lvl1pPr algn="ctr">
              <a:defRPr/>
            </a:lvl1pPr>
          </a:lstStyle>
          <a:p>
            <a:endParaRPr lang="en-US" dirty="0"/>
          </a:p>
        </p:txBody>
      </p:sp>
      <p:sp>
        <p:nvSpPr>
          <p:cNvPr id="10" name="Oval 9">
            <a:extLst>
              <a:ext uri="{FF2B5EF4-FFF2-40B4-BE49-F238E27FC236}">
                <a16:creationId xmlns:a16="http://schemas.microsoft.com/office/drawing/2014/main" id="{0EDDC100-1ACB-74B7-3CAE-F0DD05CBE963}"/>
              </a:ext>
            </a:extLst>
          </p:cNvPr>
          <p:cNvSpPr/>
          <p:nvPr userDrawn="1"/>
        </p:nvSpPr>
        <p:spPr>
          <a:xfrm>
            <a:off x="4903412" y="3140474"/>
            <a:ext cx="1314946" cy="1314946"/>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DAEC7566-C08A-6609-9FDF-AAFB5486D677}"/>
              </a:ext>
            </a:extLst>
          </p:cNvPr>
          <p:cNvSpPr>
            <a:spLocks noGrp="1"/>
          </p:cNvSpPr>
          <p:nvPr>
            <p:ph type="dt" sz="half" idx="10"/>
          </p:nvPr>
        </p:nvSpPr>
        <p:spPr>
          <a:xfrm rot="16200000">
            <a:off x="11577948" y="230006"/>
            <a:ext cx="844062" cy="384047"/>
          </a:xfrm>
        </p:spPr>
        <p:txBody>
          <a:bodyPr/>
          <a:lstStyle>
            <a:lvl1pPr>
              <a:defRPr>
                <a:solidFill>
                  <a:schemeClr val="tx1"/>
                </a:solidFill>
              </a:defRPr>
            </a:lvl1pPr>
          </a:lstStyle>
          <a:p>
            <a:fld id="{043CF65F-0E21-48DE-8D75-4BF66A547E8E}" type="datetime1">
              <a:rPr lang="en-US" smtClean="0"/>
              <a:pPr/>
              <a:t>6/3/2026</a:t>
            </a:fld>
            <a:endParaRPr lang="en-US" dirty="0"/>
          </a:p>
        </p:txBody>
      </p:sp>
      <p:sp>
        <p:nvSpPr>
          <p:cNvPr id="5" name="Footer Placeholder 4">
            <a:extLst>
              <a:ext uri="{FF2B5EF4-FFF2-40B4-BE49-F238E27FC236}">
                <a16:creationId xmlns:a16="http://schemas.microsoft.com/office/drawing/2014/main" id="{6D5F4BAE-32D2-0950-CD30-3DC3084BBE5C}"/>
              </a:ext>
            </a:extLst>
          </p:cNvPr>
          <p:cNvSpPr>
            <a:spLocks noGrp="1"/>
          </p:cNvSpPr>
          <p:nvPr>
            <p:ph type="ftr" sz="quarter" idx="12"/>
          </p:nvPr>
        </p:nvSpPr>
        <p:spPr>
          <a:xfrm rot="16200000">
            <a:off x="9313725" y="3338288"/>
            <a:ext cx="5372505" cy="384047"/>
          </a:xfrm>
        </p:spPr>
        <p:txBody>
          <a:bodyPr/>
          <a:lstStyle>
            <a:lvl1pPr>
              <a:defRPr>
                <a:solidFill>
                  <a:schemeClr val="tx1"/>
                </a:solidFill>
              </a:defRPr>
            </a:lvl1pPr>
          </a:lstStyle>
          <a:p>
            <a:r>
              <a:rPr lang="en-US" dirty="0"/>
              <a:t>Presentation Title</a:t>
            </a:r>
          </a:p>
        </p:txBody>
      </p:sp>
      <p:sp>
        <p:nvSpPr>
          <p:cNvPr id="9" name="Slide Number Placeholder 5">
            <a:extLst>
              <a:ext uri="{FF2B5EF4-FFF2-40B4-BE49-F238E27FC236}">
                <a16:creationId xmlns:a16="http://schemas.microsoft.com/office/drawing/2014/main" id="{B8AA1005-37B1-E8E2-5040-5D847E1FC442}"/>
              </a:ext>
            </a:extLst>
          </p:cNvPr>
          <p:cNvSpPr>
            <a:spLocks noGrp="1"/>
          </p:cNvSpPr>
          <p:nvPr>
            <p:ph type="sldNum" sz="quarter" idx="13"/>
          </p:nvPr>
        </p:nvSpPr>
        <p:spPr>
          <a:xfrm rot="16200000">
            <a:off x="11679259" y="6345258"/>
            <a:ext cx="641433" cy="384048"/>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93407" y="2355925"/>
            <a:ext cx="4545393" cy="3843707"/>
          </a:xfrm>
        </p:spPr>
        <p:txBody>
          <a:bodyPr lIns="91440" tIns="91440" rIns="0" bIns="0">
            <a:noAutofit/>
          </a:bodyPr>
          <a:lstStyle>
            <a:lvl1pPr marL="0" indent="0">
              <a:lnSpc>
                <a:spcPct val="100000"/>
              </a:lnSpc>
              <a:spcBef>
                <a:spcPts val="0"/>
              </a:spcBef>
              <a:spcAft>
                <a:spcPts val="1200"/>
              </a:spcAft>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2" name="Title 21">
            <a:extLst>
              <a:ext uri="{FF2B5EF4-FFF2-40B4-BE49-F238E27FC236}">
                <a16:creationId xmlns:a16="http://schemas.microsoft.com/office/drawing/2014/main" id="{993F1580-C478-6F3E-90EC-651483EF7BEF}"/>
              </a:ext>
            </a:extLst>
          </p:cNvPr>
          <p:cNvSpPr>
            <a:spLocks noGrp="1"/>
          </p:cNvSpPr>
          <p:nvPr>
            <p:ph type="title" hasCustomPrompt="1"/>
          </p:nvPr>
        </p:nvSpPr>
        <p:spPr>
          <a:xfrm>
            <a:off x="6693408" y="640080"/>
            <a:ext cx="4545395" cy="1403873"/>
          </a:xfrm>
        </p:spPr>
        <p:txBody>
          <a:bodyPr lIns="91440" tIns="0" rIns="0" bIns="0" anchor="b">
            <a:noAutofit/>
          </a:bodyPr>
          <a:lstStyle>
            <a:lvl1pPr>
              <a:defRPr sz="3200" baseline="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5607601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Big number 4">
    <p:bg>
      <p:bgPr>
        <a:solidFill>
          <a:schemeClr val="bg1"/>
        </a:solidFill>
        <a:effectLst/>
      </p:bgPr>
    </p:bg>
    <p:spTree>
      <p:nvGrpSpPr>
        <p:cNvPr id="1" name=""/>
        <p:cNvGrpSpPr/>
        <p:nvPr/>
      </p:nvGrpSpPr>
      <p:grpSpPr>
        <a:xfrm>
          <a:off x="0" y="0"/>
          <a:ext cx="0" cy="0"/>
          <a:chOff x="0" y="0"/>
          <a:chExt cx="0" cy="0"/>
        </a:xfrm>
      </p:grpSpPr>
      <p:sp>
        <p:nvSpPr>
          <p:cNvPr id="8" name="Freeform 12">
            <a:extLst>
              <a:ext uri="{FF2B5EF4-FFF2-40B4-BE49-F238E27FC236}">
                <a16:creationId xmlns:a16="http://schemas.microsoft.com/office/drawing/2014/main" id="{FA618DAB-55E2-19CE-F259-9FB708A90B63}"/>
              </a:ext>
            </a:extLst>
          </p:cNvPr>
          <p:cNvSpPr/>
          <p:nvPr/>
        </p:nvSpPr>
        <p:spPr>
          <a:xfrm>
            <a:off x="1959756" y="0"/>
            <a:ext cx="8272488" cy="6858000"/>
          </a:xfrm>
          <a:custGeom>
            <a:avLst/>
            <a:gdLst>
              <a:gd name="connsiteX0" fmla="*/ 2449074 w 8272488"/>
              <a:gd name="connsiteY0" fmla="*/ 0 h 6858000"/>
              <a:gd name="connsiteX1" fmla="*/ 5823415 w 8272488"/>
              <a:gd name="connsiteY1" fmla="*/ 0 h 6858000"/>
              <a:gd name="connsiteX2" fmla="*/ 5929477 w 8272488"/>
              <a:gd name="connsiteY2" fmla="*/ 47950 h 6858000"/>
              <a:gd name="connsiteX3" fmla="*/ 8272488 w 8272488"/>
              <a:gd name="connsiteY3" fmla="*/ 3776315 h 6858000"/>
              <a:gd name="connsiteX4" fmla="*/ 7025715 w 8272488"/>
              <a:gd name="connsiteY4" fmla="*/ 6735959 h 6858000"/>
              <a:gd name="connsiteX5" fmla="*/ 6893036 w 8272488"/>
              <a:gd name="connsiteY5" fmla="*/ 6858000 h 6858000"/>
              <a:gd name="connsiteX6" fmla="*/ 1379452 w 8272488"/>
              <a:gd name="connsiteY6" fmla="*/ 6858000 h 6858000"/>
              <a:gd name="connsiteX7" fmla="*/ 1246773 w 8272488"/>
              <a:gd name="connsiteY7" fmla="*/ 6735959 h 6858000"/>
              <a:gd name="connsiteX8" fmla="*/ 0 w 8272488"/>
              <a:gd name="connsiteY8" fmla="*/ 3776315 h 6858000"/>
              <a:gd name="connsiteX9" fmla="*/ 2343012 w 8272488"/>
              <a:gd name="connsiteY9" fmla="*/ 479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72488" h="6858000">
                <a:moveTo>
                  <a:pt x="2449074" y="0"/>
                </a:moveTo>
                <a:lnTo>
                  <a:pt x="5823415" y="0"/>
                </a:lnTo>
                <a:lnTo>
                  <a:pt x="5929477" y="47950"/>
                </a:lnTo>
                <a:cubicBezTo>
                  <a:pt x="7315814" y="715956"/>
                  <a:pt x="8272488" y="2134414"/>
                  <a:pt x="8272488" y="3776315"/>
                </a:cubicBezTo>
                <a:cubicBezTo>
                  <a:pt x="8272488" y="4936354"/>
                  <a:pt x="7794942" y="5984857"/>
                  <a:pt x="7025715" y="6735959"/>
                </a:cubicBezTo>
                <a:lnTo>
                  <a:pt x="6893036" y="6858000"/>
                </a:lnTo>
                <a:lnTo>
                  <a:pt x="1379452" y="6858000"/>
                </a:lnTo>
                <a:lnTo>
                  <a:pt x="1246773" y="6735959"/>
                </a:lnTo>
                <a:cubicBezTo>
                  <a:pt x="477546" y="5984857"/>
                  <a:pt x="0" y="4936354"/>
                  <a:pt x="0" y="3776315"/>
                </a:cubicBezTo>
                <a:cubicBezTo>
                  <a:pt x="0" y="2134414"/>
                  <a:pt x="956674" y="715956"/>
                  <a:pt x="2343012" y="4795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5" name="Picture Placeholder 4">
            <a:extLst>
              <a:ext uri="{FF2B5EF4-FFF2-40B4-BE49-F238E27FC236}">
                <a16:creationId xmlns:a16="http://schemas.microsoft.com/office/drawing/2014/main" id="{F70796A4-60C9-8766-B669-134765EE1CF7}"/>
              </a:ext>
            </a:extLst>
          </p:cNvPr>
          <p:cNvSpPr>
            <a:spLocks noGrp="1"/>
          </p:cNvSpPr>
          <p:nvPr>
            <p:ph type="pic" sz="quarter" idx="10"/>
          </p:nvPr>
        </p:nvSpPr>
        <p:spPr>
          <a:xfrm>
            <a:off x="1" y="1"/>
            <a:ext cx="12192000" cy="6857999"/>
          </a:xfrm>
          <a:custGeom>
            <a:avLst/>
            <a:gdLst>
              <a:gd name="connsiteX0" fmla="*/ 7783170 w 12192000"/>
              <a:gd name="connsiteY0" fmla="*/ 0 h 6857999"/>
              <a:gd name="connsiteX1" fmla="*/ 12192000 w 12192000"/>
              <a:gd name="connsiteY1" fmla="*/ 0 h 6857999"/>
              <a:gd name="connsiteX2" fmla="*/ 12192000 w 12192000"/>
              <a:gd name="connsiteY2" fmla="*/ 6857999 h 6857999"/>
              <a:gd name="connsiteX3" fmla="*/ 8852792 w 12192000"/>
              <a:gd name="connsiteY3" fmla="*/ 6857999 h 6857999"/>
              <a:gd name="connsiteX4" fmla="*/ 8985470 w 12192000"/>
              <a:gd name="connsiteY4" fmla="*/ 6735959 h 6857999"/>
              <a:gd name="connsiteX5" fmla="*/ 10232243 w 12192000"/>
              <a:gd name="connsiteY5" fmla="*/ 3776315 h 6857999"/>
              <a:gd name="connsiteX6" fmla="*/ 7889232 w 12192000"/>
              <a:gd name="connsiteY6" fmla="*/ 47950 h 6857999"/>
              <a:gd name="connsiteX7" fmla="*/ 0 w 12192000"/>
              <a:gd name="connsiteY7" fmla="*/ 0 h 6857999"/>
              <a:gd name="connsiteX8" fmla="*/ 4408830 w 12192000"/>
              <a:gd name="connsiteY8" fmla="*/ 0 h 6857999"/>
              <a:gd name="connsiteX9" fmla="*/ 4302768 w 12192000"/>
              <a:gd name="connsiteY9" fmla="*/ 47950 h 6857999"/>
              <a:gd name="connsiteX10" fmla="*/ 1959755 w 12192000"/>
              <a:gd name="connsiteY10" fmla="*/ 3776315 h 6857999"/>
              <a:gd name="connsiteX11" fmla="*/ 3206528 w 12192000"/>
              <a:gd name="connsiteY11" fmla="*/ 6735959 h 6857999"/>
              <a:gd name="connsiteX12" fmla="*/ 3339206 w 12192000"/>
              <a:gd name="connsiteY12" fmla="*/ 6857999 h 6857999"/>
              <a:gd name="connsiteX13" fmla="*/ 0 w 12192000"/>
              <a:gd name="connsiteY13"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857999">
                <a:moveTo>
                  <a:pt x="7783170" y="0"/>
                </a:moveTo>
                <a:lnTo>
                  <a:pt x="12192000" y="0"/>
                </a:lnTo>
                <a:lnTo>
                  <a:pt x="12192000" y="6857999"/>
                </a:lnTo>
                <a:lnTo>
                  <a:pt x="8852792" y="6857999"/>
                </a:lnTo>
                <a:lnTo>
                  <a:pt x="8985470" y="6735959"/>
                </a:lnTo>
                <a:cubicBezTo>
                  <a:pt x="9754697" y="5984857"/>
                  <a:pt x="10232243" y="4936354"/>
                  <a:pt x="10232243" y="3776315"/>
                </a:cubicBezTo>
                <a:cubicBezTo>
                  <a:pt x="10232243" y="2134414"/>
                  <a:pt x="9275569" y="715956"/>
                  <a:pt x="7889232" y="47950"/>
                </a:cubicBezTo>
                <a:close/>
                <a:moveTo>
                  <a:pt x="0" y="0"/>
                </a:moveTo>
                <a:lnTo>
                  <a:pt x="4408830" y="0"/>
                </a:lnTo>
                <a:lnTo>
                  <a:pt x="4302768" y="47950"/>
                </a:lnTo>
                <a:cubicBezTo>
                  <a:pt x="2916429" y="715956"/>
                  <a:pt x="1959755" y="2134414"/>
                  <a:pt x="1959755" y="3776315"/>
                </a:cubicBezTo>
                <a:cubicBezTo>
                  <a:pt x="1959755" y="4936354"/>
                  <a:pt x="2437301" y="5984857"/>
                  <a:pt x="3206528" y="6735959"/>
                </a:cubicBezTo>
                <a:lnTo>
                  <a:pt x="3339206" y="6857999"/>
                </a:lnTo>
                <a:lnTo>
                  <a:pt x="0" y="6857999"/>
                </a:lnTo>
                <a:close/>
              </a:path>
            </a:pathLst>
          </a:custGeo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wrap="square">
            <a:noAutofit/>
          </a:bodyPr>
          <a:lstStyle/>
          <a:p>
            <a:endParaRPr lang="en-US" dirty="0"/>
          </a:p>
        </p:txBody>
      </p:sp>
      <p:sp>
        <p:nvSpPr>
          <p:cNvPr id="4" name="Text Placeholder 2">
            <a:extLst>
              <a:ext uri="{FF2B5EF4-FFF2-40B4-BE49-F238E27FC236}">
                <a16:creationId xmlns:a16="http://schemas.microsoft.com/office/drawing/2014/main" id="{C3914349-C0B8-28DF-90F8-5E6D083FE893}"/>
              </a:ext>
            </a:extLst>
          </p:cNvPr>
          <p:cNvSpPr>
            <a:spLocks noGrp="1"/>
          </p:cNvSpPr>
          <p:nvPr>
            <p:ph type="body" idx="1"/>
          </p:nvPr>
        </p:nvSpPr>
        <p:spPr>
          <a:xfrm>
            <a:off x="3898642" y="5313785"/>
            <a:ext cx="4394716" cy="764778"/>
          </a:xfrm>
        </p:spPr>
        <p:txBody>
          <a:bodyPr lIns="0" tIns="0" rIns="0" bIns="0" anchor="t">
            <a:noAutofit/>
          </a:bodyPr>
          <a:lstStyle>
            <a:lvl1pPr marL="0" indent="0" algn="ctr">
              <a:lnSpc>
                <a:spcPct val="100000"/>
              </a:lnSpc>
              <a:buNone/>
              <a:defRPr sz="1800" b="0" i="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3" name="Title 1">
            <a:extLst>
              <a:ext uri="{FF2B5EF4-FFF2-40B4-BE49-F238E27FC236}">
                <a16:creationId xmlns:a16="http://schemas.microsoft.com/office/drawing/2014/main" id="{5193AC60-CD84-E768-28B4-375CFF097099}"/>
              </a:ext>
            </a:extLst>
          </p:cNvPr>
          <p:cNvSpPr>
            <a:spLocks noGrp="1"/>
          </p:cNvSpPr>
          <p:nvPr>
            <p:ph type="title" hasCustomPrompt="1"/>
          </p:nvPr>
        </p:nvSpPr>
        <p:spPr>
          <a:xfrm>
            <a:off x="2611367" y="1161826"/>
            <a:ext cx="6969267" cy="3808207"/>
          </a:xfrm>
        </p:spPr>
        <p:txBody>
          <a:bodyPr lIns="0" tIns="0" rIns="0" bIns="0" anchor="b">
            <a:noAutofit/>
          </a:bodyPr>
          <a:lstStyle>
            <a:lvl1pPr algn="ctr">
              <a:defRPr sz="20000" b="1" i="0" baseline="0">
                <a:solidFill>
                  <a:schemeClr val="tx1"/>
                </a:solidFill>
                <a:latin typeface="+mj-lt"/>
                <a:cs typeface="Arial Black" panose="020B0604020202020204" pitchFamily="34" charset="0"/>
              </a:defRPr>
            </a:lvl1pPr>
          </a:lstStyle>
          <a:p>
            <a:r>
              <a:rPr lang="en-US" dirty="0"/>
              <a:t>##%</a:t>
            </a:r>
          </a:p>
        </p:txBody>
      </p:sp>
    </p:spTree>
    <p:extLst>
      <p:ext uri="{BB962C8B-B14F-4D97-AF65-F5344CB8AC3E}">
        <p14:creationId xmlns:p14="http://schemas.microsoft.com/office/powerpoint/2010/main" val="118869612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tent photo 19">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EEFFF036-D459-D142-290E-9C1B19A24203}"/>
              </a:ext>
            </a:extLst>
          </p:cNvPr>
          <p:cNvSpPr>
            <a:spLocks noGrp="1"/>
          </p:cNvSpPr>
          <p:nvPr>
            <p:ph type="pic" sz="quarter" idx="13"/>
          </p:nvPr>
        </p:nvSpPr>
        <p:spPr>
          <a:xfrm>
            <a:off x="0" y="3159126"/>
            <a:ext cx="4577463" cy="3698875"/>
          </a:xfrm>
          <a:custGeom>
            <a:avLst/>
            <a:gdLst>
              <a:gd name="connsiteX0" fmla="*/ 1934275 w 4577463"/>
              <a:gd name="connsiteY0" fmla="*/ 0 h 3698875"/>
              <a:gd name="connsiteX1" fmla="*/ 4577463 w 4577463"/>
              <a:gd name="connsiteY1" fmla="*/ 2643188 h 3698875"/>
              <a:gd name="connsiteX2" fmla="*/ 4369748 w 4577463"/>
              <a:gd name="connsiteY2" fmla="*/ 3672036 h 3698875"/>
              <a:gd name="connsiteX3" fmla="*/ 4356819 w 4577463"/>
              <a:gd name="connsiteY3" fmla="*/ 3698875 h 3698875"/>
              <a:gd name="connsiteX4" fmla="*/ 0 w 4577463"/>
              <a:gd name="connsiteY4" fmla="*/ 3698875 h 3698875"/>
              <a:gd name="connsiteX5" fmla="*/ 0 w 4577463"/>
              <a:gd name="connsiteY5" fmla="*/ 845097 h 3698875"/>
              <a:gd name="connsiteX6" fmla="*/ 87814 w 4577463"/>
              <a:gd name="connsiteY6" fmla="*/ 751885 h 3698875"/>
              <a:gd name="connsiteX7" fmla="*/ 274474 w 4577463"/>
              <a:gd name="connsiteY7" fmla="*/ 586012 h 3698875"/>
              <a:gd name="connsiteX8" fmla="*/ 363537 w 4577463"/>
              <a:gd name="connsiteY8" fmla="*/ 520753 h 3698875"/>
              <a:gd name="connsiteX9" fmla="*/ 391698 w 4577463"/>
              <a:gd name="connsiteY9" fmla="*/ 572636 h 3698875"/>
              <a:gd name="connsiteX10" fmla="*/ 927495 w 4577463"/>
              <a:gd name="connsiteY10" fmla="*/ 857517 h 3698875"/>
              <a:gd name="connsiteX11" fmla="*/ 1573644 w 4577463"/>
              <a:gd name="connsiteY11" fmla="*/ 211368 h 3698875"/>
              <a:gd name="connsiteX12" fmla="*/ 1560517 w 4577463"/>
              <a:gd name="connsiteY12" fmla="*/ 81147 h 3698875"/>
              <a:gd name="connsiteX13" fmla="*/ 1545169 w 4577463"/>
              <a:gd name="connsiteY13" fmla="*/ 31706 h 3698875"/>
              <a:gd name="connsiteX14" fmla="*/ 1668191 w 4577463"/>
              <a:gd name="connsiteY14" fmla="*/ 13227 h 3698875"/>
              <a:gd name="connsiteX15" fmla="*/ 1934275 w 4577463"/>
              <a:gd name="connsiteY15" fmla="*/ 0 h 369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577463" h="3698875">
                <a:moveTo>
                  <a:pt x="1934275" y="0"/>
                </a:moveTo>
                <a:cubicBezTo>
                  <a:pt x="3394067" y="0"/>
                  <a:pt x="4577463" y="1183396"/>
                  <a:pt x="4577463" y="2643188"/>
                </a:cubicBezTo>
                <a:cubicBezTo>
                  <a:pt x="4577463" y="3008136"/>
                  <a:pt x="4503501" y="3355810"/>
                  <a:pt x="4369748" y="3672036"/>
                </a:cubicBezTo>
                <a:lnTo>
                  <a:pt x="4356819" y="3698875"/>
                </a:lnTo>
                <a:lnTo>
                  <a:pt x="0" y="3698875"/>
                </a:lnTo>
                <a:lnTo>
                  <a:pt x="0" y="845097"/>
                </a:lnTo>
                <a:lnTo>
                  <a:pt x="87814" y="751885"/>
                </a:lnTo>
                <a:cubicBezTo>
                  <a:pt x="147368" y="693734"/>
                  <a:pt x="209659" y="638373"/>
                  <a:pt x="274474" y="586012"/>
                </a:cubicBezTo>
                <a:lnTo>
                  <a:pt x="363537" y="520753"/>
                </a:lnTo>
                <a:lnTo>
                  <a:pt x="391698" y="572636"/>
                </a:lnTo>
                <a:cubicBezTo>
                  <a:pt x="507816" y="744513"/>
                  <a:pt x="704459" y="857517"/>
                  <a:pt x="927495" y="857517"/>
                </a:cubicBezTo>
                <a:cubicBezTo>
                  <a:pt x="1284353" y="857517"/>
                  <a:pt x="1573644" y="568226"/>
                  <a:pt x="1573644" y="211368"/>
                </a:cubicBezTo>
                <a:cubicBezTo>
                  <a:pt x="1573644" y="166761"/>
                  <a:pt x="1569124" y="123209"/>
                  <a:pt x="1560517" y="81147"/>
                </a:cubicBezTo>
                <a:lnTo>
                  <a:pt x="1545169" y="31706"/>
                </a:lnTo>
                <a:lnTo>
                  <a:pt x="1668191" y="13227"/>
                </a:lnTo>
                <a:cubicBezTo>
                  <a:pt x="1755699" y="4480"/>
                  <a:pt x="1844464" y="0"/>
                  <a:pt x="1934275" y="0"/>
                </a:cubicBezTo>
                <a:close/>
              </a:path>
            </a:pathLst>
          </a:custGeo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wrap="square">
            <a:noAutofit/>
          </a:bodyPr>
          <a:lstStyle>
            <a:lvl1pPr algn="ctr">
              <a:defRPr/>
            </a:lvl1pPr>
          </a:lstStyle>
          <a:p>
            <a:endParaRPr lang="en-US" dirty="0"/>
          </a:p>
        </p:txBody>
      </p:sp>
      <p:sp>
        <p:nvSpPr>
          <p:cNvPr id="2" name="Oval 1">
            <a:extLst>
              <a:ext uri="{FF2B5EF4-FFF2-40B4-BE49-F238E27FC236}">
                <a16:creationId xmlns:a16="http://schemas.microsoft.com/office/drawing/2014/main" id="{57F89ECF-F048-57F5-57EF-0CAB335C28F5}"/>
              </a:ext>
              <a:ext uri="{C183D7F6-B498-43B3-948B-1728B52AA6E4}">
                <adec:decorative xmlns:adec="http://schemas.microsoft.com/office/drawing/2017/decorative" val="1"/>
              </a:ext>
            </a:extLst>
          </p:cNvPr>
          <p:cNvSpPr/>
          <p:nvPr userDrawn="1"/>
        </p:nvSpPr>
        <p:spPr>
          <a:xfrm>
            <a:off x="281346" y="2724345"/>
            <a:ext cx="1292298" cy="129229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75000"/>
                </a:schemeClr>
              </a:solidFill>
            </a:endParaRPr>
          </a:p>
        </p:txBody>
      </p:sp>
      <p:sp>
        <p:nvSpPr>
          <p:cNvPr id="6" name="Date Placeholder 4">
            <a:extLst>
              <a:ext uri="{FF2B5EF4-FFF2-40B4-BE49-F238E27FC236}">
                <a16:creationId xmlns:a16="http://schemas.microsoft.com/office/drawing/2014/main" id="{D4ABEAE2-DE31-12F1-AAD1-82AEE3737D05}"/>
              </a:ext>
            </a:extLst>
          </p:cNvPr>
          <p:cNvSpPr>
            <a:spLocks noGrp="1"/>
          </p:cNvSpPr>
          <p:nvPr>
            <p:ph type="dt" sz="half" idx="14"/>
          </p:nvPr>
        </p:nvSpPr>
        <p:spPr>
          <a:xfrm rot="16200000">
            <a:off x="11577948" y="230006"/>
            <a:ext cx="844062" cy="384047"/>
          </a:xfrm>
        </p:spPr>
        <p:txBody>
          <a:bodyPr/>
          <a:lstStyle/>
          <a:p>
            <a:fld id="{3D157344-9CC7-412D-8C20-072BE86D5A11}" type="datetime1">
              <a:rPr lang="en-US" smtClean="0"/>
              <a:t>6/3/2026</a:t>
            </a:fld>
            <a:endParaRPr lang="en-US" dirty="0"/>
          </a:p>
        </p:txBody>
      </p:sp>
      <p:sp>
        <p:nvSpPr>
          <p:cNvPr id="3" name="Footer Placeholder 2">
            <a:extLst>
              <a:ext uri="{FF2B5EF4-FFF2-40B4-BE49-F238E27FC236}">
                <a16:creationId xmlns:a16="http://schemas.microsoft.com/office/drawing/2014/main" id="{EF04B56E-067D-C824-6EEB-3CCE57E4B5BA}"/>
              </a:ext>
            </a:extLst>
          </p:cNvPr>
          <p:cNvSpPr>
            <a:spLocks noGrp="1"/>
          </p:cNvSpPr>
          <p:nvPr>
            <p:ph type="ftr" sz="quarter" idx="10"/>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915DB247-3AE7-BCCA-E0CC-BC0FD69A7E6D}"/>
              </a:ext>
            </a:extLst>
          </p:cNvPr>
          <p:cNvSpPr>
            <a:spLocks noGrp="1"/>
          </p:cNvSpPr>
          <p:nvPr>
            <p:ph type="sldNum" sz="quarter" idx="11"/>
          </p:nvPr>
        </p:nvSpPr>
        <p:spPr/>
        <p:txBody>
          <a:bodyPr/>
          <a:lstStyle/>
          <a:p>
            <a:fld id="{09A01C0A-2BB6-49E7-91A3-DCB9F9F59583}" type="slidenum">
              <a:rPr lang="en-US" smtClean="0"/>
              <a:pPr/>
              <a:t>‹#›</a:t>
            </a:fld>
            <a:endParaRPr lang="en-US" dirty="0"/>
          </a:p>
        </p:txBody>
      </p:sp>
      <p:sp>
        <p:nvSpPr>
          <p:cNvPr id="16" name="Content Placeholder 7">
            <a:extLst>
              <a:ext uri="{FF2B5EF4-FFF2-40B4-BE49-F238E27FC236}">
                <a16:creationId xmlns:a16="http://schemas.microsoft.com/office/drawing/2014/main" id="{218D7EE8-EBB2-8592-C06C-14CF0BA0260D}"/>
              </a:ext>
            </a:extLst>
          </p:cNvPr>
          <p:cNvSpPr>
            <a:spLocks noGrp="1"/>
          </p:cNvSpPr>
          <p:nvPr>
            <p:ph sz="quarter" idx="16"/>
          </p:nvPr>
        </p:nvSpPr>
        <p:spPr>
          <a:xfrm>
            <a:off x="5434828" y="640077"/>
            <a:ext cx="5783472" cy="5573685"/>
          </a:xfrm>
        </p:spPr>
        <p:txBody>
          <a:bodyPr lIns="91440" tIns="9144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1">
            <a:extLst>
              <a:ext uri="{FF2B5EF4-FFF2-40B4-BE49-F238E27FC236}">
                <a16:creationId xmlns:a16="http://schemas.microsoft.com/office/drawing/2014/main" id="{C44AB011-4A5C-6D4B-BB9B-30BA4193742C}"/>
              </a:ext>
            </a:extLst>
          </p:cNvPr>
          <p:cNvSpPr>
            <a:spLocks noGrp="1"/>
          </p:cNvSpPr>
          <p:nvPr>
            <p:ph type="title" hasCustomPrompt="1"/>
          </p:nvPr>
        </p:nvSpPr>
        <p:spPr>
          <a:xfrm>
            <a:off x="548648" y="640078"/>
            <a:ext cx="4317028" cy="2084268"/>
          </a:xfrm>
        </p:spPr>
        <p:txBody>
          <a:bodyPr lIns="91440" tIns="91440" rIns="0" bIns="0">
            <a:noAutofit/>
          </a:bodyPr>
          <a:lstStyle>
            <a:lvl1pPr>
              <a:defRPr sz="3200" baseline="0"/>
            </a:lvl1pPr>
          </a:lstStyle>
          <a:p>
            <a:r>
              <a:rPr lang="en-US" dirty="0"/>
              <a:t>CLICK TO EDIT MASTER TITLE STYLE</a:t>
            </a:r>
          </a:p>
        </p:txBody>
      </p:sp>
    </p:spTree>
    <p:extLst>
      <p:ext uri="{BB962C8B-B14F-4D97-AF65-F5344CB8AC3E}">
        <p14:creationId xmlns:p14="http://schemas.microsoft.com/office/powerpoint/2010/main" val="27364219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tent photo 20">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D041D3CD-4172-159B-50BA-195FCCAE119E}"/>
              </a:ext>
            </a:extLst>
          </p:cNvPr>
          <p:cNvSpPr>
            <a:spLocks noGrp="1"/>
          </p:cNvSpPr>
          <p:nvPr>
            <p:ph type="pic" sz="quarter" idx="17"/>
          </p:nvPr>
        </p:nvSpPr>
        <p:spPr>
          <a:xfrm>
            <a:off x="1" y="0"/>
            <a:ext cx="4089921" cy="4639206"/>
          </a:xfrm>
          <a:custGeom>
            <a:avLst/>
            <a:gdLst>
              <a:gd name="connsiteX0" fmla="*/ 0 w 4089921"/>
              <a:gd name="connsiteY0" fmla="*/ 0 h 4639206"/>
              <a:gd name="connsiteX1" fmla="*/ 3216644 w 4089921"/>
              <a:gd name="connsiteY1" fmla="*/ 0 h 4639206"/>
              <a:gd name="connsiteX2" fmla="*/ 3308243 w 4089921"/>
              <a:gd name="connsiteY2" fmla="*/ 83250 h 4639206"/>
              <a:gd name="connsiteX3" fmla="*/ 4089921 w 4089921"/>
              <a:gd name="connsiteY3" fmla="*/ 1970389 h 4639206"/>
              <a:gd name="connsiteX4" fmla="*/ 3308243 w 4089921"/>
              <a:gd name="connsiteY4" fmla="*/ 3857528 h 4639206"/>
              <a:gd name="connsiteX5" fmla="*/ 3279358 w 4089921"/>
              <a:gd name="connsiteY5" fmla="*/ 3883780 h 4639206"/>
              <a:gd name="connsiteX6" fmla="*/ 3254520 w 4089921"/>
              <a:gd name="connsiteY6" fmla="*/ 3853677 h 4639206"/>
              <a:gd name="connsiteX7" fmla="*/ 2797624 w 4089921"/>
              <a:gd name="connsiteY7" fmla="*/ 3664424 h 4639206"/>
              <a:gd name="connsiteX8" fmla="*/ 2151475 w 4089921"/>
              <a:gd name="connsiteY8" fmla="*/ 4310573 h 4639206"/>
              <a:gd name="connsiteX9" fmla="*/ 2164603 w 4089921"/>
              <a:gd name="connsiteY9" fmla="*/ 4440795 h 4639206"/>
              <a:gd name="connsiteX10" fmla="*/ 2190853 w 4089921"/>
              <a:gd name="connsiteY10" fmla="*/ 4525361 h 4639206"/>
              <a:gd name="connsiteX11" fmla="*/ 1958964 w 4089921"/>
              <a:gd name="connsiteY11" fmla="*/ 4584985 h 4639206"/>
              <a:gd name="connsiteX12" fmla="*/ 1421104 w 4089921"/>
              <a:gd name="connsiteY12" fmla="*/ 4639206 h 4639206"/>
              <a:gd name="connsiteX13" fmla="*/ 148987 w 4089921"/>
              <a:gd name="connsiteY13" fmla="*/ 4317094 h 4639206"/>
              <a:gd name="connsiteX14" fmla="*/ 0 w 4089921"/>
              <a:gd name="connsiteY14" fmla="*/ 4226582 h 4639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89921" h="4639206">
                <a:moveTo>
                  <a:pt x="0" y="0"/>
                </a:moveTo>
                <a:lnTo>
                  <a:pt x="3216644" y="0"/>
                </a:lnTo>
                <a:lnTo>
                  <a:pt x="3308243" y="83250"/>
                </a:lnTo>
                <a:cubicBezTo>
                  <a:pt x="3791204" y="566211"/>
                  <a:pt x="4089921" y="1233416"/>
                  <a:pt x="4089921" y="1970389"/>
                </a:cubicBezTo>
                <a:cubicBezTo>
                  <a:pt x="4089921" y="2707363"/>
                  <a:pt x="3791204" y="3374567"/>
                  <a:pt x="3308243" y="3857528"/>
                </a:cubicBezTo>
                <a:lnTo>
                  <a:pt x="3279358" y="3883780"/>
                </a:lnTo>
                <a:lnTo>
                  <a:pt x="3254520" y="3853677"/>
                </a:lnTo>
                <a:cubicBezTo>
                  <a:pt x="3137590" y="3736747"/>
                  <a:pt x="2976053" y="3664424"/>
                  <a:pt x="2797624" y="3664424"/>
                </a:cubicBezTo>
                <a:cubicBezTo>
                  <a:pt x="2440766" y="3664424"/>
                  <a:pt x="2151475" y="3953715"/>
                  <a:pt x="2151475" y="4310573"/>
                </a:cubicBezTo>
                <a:cubicBezTo>
                  <a:pt x="2151475" y="4355180"/>
                  <a:pt x="2155995" y="4398732"/>
                  <a:pt x="2164603" y="4440795"/>
                </a:cubicBezTo>
                <a:lnTo>
                  <a:pt x="2190853" y="4525361"/>
                </a:lnTo>
                <a:lnTo>
                  <a:pt x="1958964" y="4584985"/>
                </a:lnTo>
                <a:cubicBezTo>
                  <a:pt x="1785230" y="4620536"/>
                  <a:pt x="1605347" y="4639206"/>
                  <a:pt x="1421104" y="4639206"/>
                </a:cubicBezTo>
                <a:cubicBezTo>
                  <a:pt x="960496" y="4639206"/>
                  <a:pt x="527141" y="4522520"/>
                  <a:pt x="148987" y="4317094"/>
                </a:cubicBezTo>
                <a:lnTo>
                  <a:pt x="0" y="4226582"/>
                </a:lnTo>
                <a:close/>
              </a:path>
            </a:pathLst>
          </a:custGeo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wrap="square">
            <a:noAutofit/>
          </a:bodyPr>
          <a:lstStyle/>
          <a:p>
            <a:endParaRPr lang="en-US" dirty="0"/>
          </a:p>
        </p:txBody>
      </p:sp>
      <p:sp>
        <p:nvSpPr>
          <p:cNvPr id="2" name="Oval 1">
            <a:extLst>
              <a:ext uri="{FF2B5EF4-FFF2-40B4-BE49-F238E27FC236}">
                <a16:creationId xmlns:a16="http://schemas.microsoft.com/office/drawing/2014/main" id="{CCA47180-C126-D9FC-1291-43F1766DE885}"/>
              </a:ext>
              <a:ext uri="{C183D7F6-B498-43B3-948B-1728B52AA6E4}">
                <adec:decorative xmlns:adec="http://schemas.microsoft.com/office/drawing/2017/decorative" val="1"/>
              </a:ext>
            </a:extLst>
          </p:cNvPr>
          <p:cNvSpPr/>
          <p:nvPr userDrawn="1"/>
        </p:nvSpPr>
        <p:spPr>
          <a:xfrm>
            <a:off x="2151476" y="3664424"/>
            <a:ext cx="1292298" cy="129229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75000"/>
                </a:schemeClr>
              </a:solidFill>
            </a:endParaRPr>
          </a:p>
        </p:txBody>
      </p:sp>
      <p:sp>
        <p:nvSpPr>
          <p:cNvPr id="6" name="Date Placeholder 4">
            <a:extLst>
              <a:ext uri="{FF2B5EF4-FFF2-40B4-BE49-F238E27FC236}">
                <a16:creationId xmlns:a16="http://schemas.microsoft.com/office/drawing/2014/main" id="{D4ABEAE2-DE31-12F1-AAD1-82AEE3737D05}"/>
              </a:ext>
            </a:extLst>
          </p:cNvPr>
          <p:cNvSpPr>
            <a:spLocks noGrp="1"/>
          </p:cNvSpPr>
          <p:nvPr>
            <p:ph type="dt" sz="half" idx="14"/>
          </p:nvPr>
        </p:nvSpPr>
        <p:spPr>
          <a:xfrm rot="16200000">
            <a:off x="11577948" y="230006"/>
            <a:ext cx="844062" cy="384047"/>
          </a:xfrm>
        </p:spPr>
        <p:txBody>
          <a:bodyPr/>
          <a:lstStyle/>
          <a:p>
            <a:fld id="{3D157344-9CC7-412D-8C20-072BE86D5A11}" type="datetime1">
              <a:rPr lang="en-US" smtClean="0"/>
              <a:t>6/3/2026</a:t>
            </a:fld>
            <a:endParaRPr lang="en-US" dirty="0"/>
          </a:p>
        </p:txBody>
      </p:sp>
      <p:sp>
        <p:nvSpPr>
          <p:cNvPr id="3" name="Footer Placeholder 2">
            <a:extLst>
              <a:ext uri="{FF2B5EF4-FFF2-40B4-BE49-F238E27FC236}">
                <a16:creationId xmlns:a16="http://schemas.microsoft.com/office/drawing/2014/main" id="{EF04B56E-067D-C824-6EEB-3CCE57E4B5BA}"/>
              </a:ext>
            </a:extLst>
          </p:cNvPr>
          <p:cNvSpPr>
            <a:spLocks noGrp="1"/>
          </p:cNvSpPr>
          <p:nvPr>
            <p:ph type="ftr" sz="quarter" idx="10"/>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915DB247-3AE7-BCCA-E0CC-BC0FD69A7E6D}"/>
              </a:ext>
            </a:extLst>
          </p:cNvPr>
          <p:cNvSpPr>
            <a:spLocks noGrp="1"/>
          </p:cNvSpPr>
          <p:nvPr>
            <p:ph type="sldNum" sz="quarter" idx="11"/>
          </p:nvPr>
        </p:nvSpPr>
        <p:spPr/>
        <p:txBody>
          <a:bodyPr/>
          <a:lstStyle/>
          <a:p>
            <a:fld id="{09A01C0A-2BB6-49E7-91A3-DCB9F9F59583}" type="slidenum">
              <a:rPr lang="en-US" smtClean="0"/>
              <a:pPr/>
              <a:t>‹#›</a:t>
            </a:fld>
            <a:endParaRPr lang="en-US" dirty="0"/>
          </a:p>
        </p:txBody>
      </p:sp>
      <p:sp>
        <p:nvSpPr>
          <p:cNvPr id="16" name="Content Placeholder 7">
            <a:extLst>
              <a:ext uri="{FF2B5EF4-FFF2-40B4-BE49-F238E27FC236}">
                <a16:creationId xmlns:a16="http://schemas.microsoft.com/office/drawing/2014/main" id="{218D7EE8-EBB2-8592-C06C-14CF0BA0260D}"/>
              </a:ext>
            </a:extLst>
          </p:cNvPr>
          <p:cNvSpPr>
            <a:spLocks noGrp="1"/>
          </p:cNvSpPr>
          <p:nvPr>
            <p:ph sz="quarter" idx="16"/>
          </p:nvPr>
        </p:nvSpPr>
        <p:spPr>
          <a:xfrm>
            <a:off x="4679577" y="5142155"/>
            <a:ext cx="6538723" cy="1071607"/>
          </a:xfrm>
        </p:spPr>
        <p:txBody>
          <a:bodyPr lIns="91440" tIns="9144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itle 1">
            <a:extLst>
              <a:ext uri="{FF2B5EF4-FFF2-40B4-BE49-F238E27FC236}">
                <a16:creationId xmlns:a16="http://schemas.microsoft.com/office/drawing/2014/main" id="{C44AB011-4A5C-6D4B-BB9B-30BA4193742C}"/>
              </a:ext>
            </a:extLst>
          </p:cNvPr>
          <p:cNvSpPr>
            <a:spLocks noGrp="1"/>
          </p:cNvSpPr>
          <p:nvPr>
            <p:ph type="title" hasCustomPrompt="1"/>
          </p:nvPr>
        </p:nvSpPr>
        <p:spPr>
          <a:xfrm>
            <a:off x="4679577" y="640078"/>
            <a:ext cx="6538722" cy="4179348"/>
          </a:xfrm>
        </p:spPr>
        <p:txBody>
          <a:bodyPr lIns="91440" tIns="0" rIns="0" bIns="0" anchor="b">
            <a:noAutofit/>
          </a:bodyPr>
          <a:lstStyle>
            <a:lvl1pPr>
              <a:defRPr sz="20000" baseline="0"/>
            </a:lvl1pPr>
          </a:lstStyle>
          <a:p>
            <a:r>
              <a:rPr lang="en-US" dirty="0"/>
              <a:t>##%</a:t>
            </a:r>
          </a:p>
        </p:txBody>
      </p:sp>
    </p:spTree>
    <p:extLst>
      <p:ext uri="{BB962C8B-B14F-4D97-AF65-F5344CB8AC3E}">
        <p14:creationId xmlns:p14="http://schemas.microsoft.com/office/powerpoint/2010/main" val="62508068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D688C66-2A77-64CD-38B5-90492185CACE}"/>
              </a:ext>
            </a:extLst>
          </p:cNvPr>
          <p:cNvSpPr/>
          <p:nvPr/>
        </p:nvSpPr>
        <p:spPr>
          <a:xfrm rot="5400000" flipH="1" flipV="1">
            <a:off x="8570975" y="3236976"/>
            <a:ext cx="6858000"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3">
            <a:extLst>
              <a:ext uri="{FF2B5EF4-FFF2-40B4-BE49-F238E27FC236}">
                <a16:creationId xmlns:a16="http://schemas.microsoft.com/office/drawing/2014/main" id="{CDCDB3F9-C083-E428-E97B-C0CC63BC020A}"/>
              </a:ext>
            </a:extLst>
          </p:cNvPr>
          <p:cNvSpPr>
            <a:spLocks noGrp="1"/>
          </p:cNvSpPr>
          <p:nvPr>
            <p:ph type="dt" sz="half" idx="2"/>
          </p:nvPr>
        </p:nvSpPr>
        <p:spPr>
          <a:xfrm rot="16200000">
            <a:off x="11577948" y="230006"/>
            <a:ext cx="844062" cy="384047"/>
          </a:xfrm>
          <a:prstGeom prst="rect">
            <a:avLst/>
          </a:prstGeom>
        </p:spPr>
        <p:txBody>
          <a:bodyPr vert="horz" lIns="91440" tIns="45720" rIns="91440" bIns="45720" rtlCol="0" anchor="ctr"/>
          <a:lstStyle>
            <a:defPPr>
              <a:defRPr lang="en-US"/>
            </a:defPPr>
            <a:lvl1pPr marL="0" algn="ctr"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291CE83-67BA-4B15-B48A-7DC5C0636664}" type="datetime1">
              <a:rPr lang="en-US" smtClean="0"/>
              <a:pPr/>
              <a:t>6/3/2026</a:t>
            </a:fld>
            <a:endParaRPr lang="en-US" dirty="0"/>
          </a:p>
        </p:txBody>
      </p:sp>
      <p:sp>
        <p:nvSpPr>
          <p:cNvPr id="7" name="Footer Placeholder 4">
            <a:extLst>
              <a:ext uri="{FF2B5EF4-FFF2-40B4-BE49-F238E27FC236}">
                <a16:creationId xmlns:a16="http://schemas.microsoft.com/office/drawing/2014/main" id="{89035839-CD36-5568-9808-CCDD9953C933}"/>
              </a:ext>
            </a:extLst>
          </p:cNvPr>
          <p:cNvSpPr>
            <a:spLocks noGrp="1"/>
          </p:cNvSpPr>
          <p:nvPr>
            <p:ph type="ftr" sz="quarter" idx="3"/>
          </p:nvPr>
        </p:nvSpPr>
        <p:spPr>
          <a:xfrm rot="16200000">
            <a:off x="9313725" y="3338288"/>
            <a:ext cx="5372505" cy="384047"/>
          </a:xfrm>
          <a:prstGeom prst="rect">
            <a:avLst/>
          </a:prstGeom>
          <a:noFill/>
        </p:spPr>
        <p:txBody>
          <a:bodyPr vert="horz" lIns="210312" tIns="45720" rIns="91440" bIns="45720" rtlCol="0" anchor="ctr"/>
          <a:lstStyle>
            <a:lvl1pPr algn="l">
              <a:defRPr sz="1200" b="1" cap="all" spc="300" baseline="0">
                <a:solidFill>
                  <a:schemeClr val="tx1"/>
                </a:solidFill>
                <a:latin typeface="+mj-lt"/>
              </a:defRPr>
            </a:lvl1pPr>
          </a:lstStyle>
          <a:p>
            <a:r>
              <a:rPr lang="en-US" dirty="0"/>
              <a:t>Presentation Title</a:t>
            </a:r>
          </a:p>
        </p:txBody>
      </p:sp>
      <p:sp>
        <p:nvSpPr>
          <p:cNvPr id="8" name="Slide Number Placeholder 5">
            <a:extLst>
              <a:ext uri="{FF2B5EF4-FFF2-40B4-BE49-F238E27FC236}">
                <a16:creationId xmlns:a16="http://schemas.microsoft.com/office/drawing/2014/main" id="{533E5E79-C396-3919-759D-5AD893CE4260}"/>
              </a:ext>
            </a:extLst>
          </p:cNvPr>
          <p:cNvSpPr>
            <a:spLocks noGrp="1"/>
          </p:cNvSpPr>
          <p:nvPr>
            <p:ph type="sldNum" sz="quarter" idx="4"/>
          </p:nvPr>
        </p:nvSpPr>
        <p:spPr>
          <a:xfrm rot="16200000">
            <a:off x="11679259" y="6345258"/>
            <a:ext cx="641433" cy="384048"/>
          </a:xfrm>
          <a:prstGeom prst="rect">
            <a:avLst/>
          </a:prstGeom>
        </p:spPr>
        <p:txBody>
          <a:bodyPr vert="horz" lIns="91440" tIns="45720" rIns="91440" bIns="45720" rtlCol="0" anchor="ctr"/>
          <a:lstStyle>
            <a:lvl1pPr algn="ctr">
              <a:defRPr sz="1400">
                <a:solidFill>
                  <a:schemeClr val="tx1"/>
                </a:solidFill>
              </a:defRPr>
            </a:lvl1pPr>
          </a:lstStyle>
          <a:p>
            <a:fld id="{09A01C0A-2BB6-49E7-91A3-DCB9F9F59583}" type="slidenum">
              <a:rPr lang="en-US" smtClean="0"/>
              <a:pPr/>
              <a:t>‹#›</a:t>
            </a:fld>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625490" y="2220977"/>
            <a:ext cx="10953964" cy="3955986"/>
          </a:xfrm>
          <a:prstGeom prst="rect">
            <a:avLst/>
          </a:prstGeom>
        </p:spPr>
        <p:txBody>
          <a:bodyPr vert="horz" lIns="9144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627058" y="640080"/>
            <a:ext cx="10953964" cy="1095059"/>
          </a:xfrm>
          <a:prstGeom prst="rect">
            <a:avLst/>
          </a:prstGeom>
        </p:spPr>
        <p:txBody>
          <a:bodyPr vert="horz" lIns="91440" tIns="91440" rIns="0" bIns="0" rtlCol="0" anchor="t">
            <a:noAutofit/>
          </a:bodyPr>
          <a:lstStyle/>
          <a:p>
            <a:r>
              <a:rPr lang="en-US"/>
              <a:t>Click to edit Master title style</a:t>
            </a:r>
            <a:endParaRPr lang="en-US" dirty="0"/>
          </a:p>
        </p:txBody>
      </p:sp>
    </p:spTree>
    <p:extLst>
      <p:ext uri="{BB962C8B-B14F-4D97-AF65-F5344CB8AC3E}">
        <p14:creationId xmlns:p14="http://schemas.microsoft.com/office/powerpoint/2010/main" val="3277731622"/>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81"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 id="2147483747" r:id="rId18"/>
    <p:sldLayoutId id="2147483748" r:id="rId19"/>
    <p:sldLayoutId id="2147483749" r:id="rId20"/>
    <p:sldLayoutId id="2147483750" r:id="rId21"/>
    <p:sldLayoutId id="2147483751" r:id="rId22"/>
    <p:sldLayoutId id="2147483752" r:id="rId23"/>
    <p:sldLayoutId id="2147483753" r:id="rId24"/>
    <p:sldLayoutId id="2147483754" r:id="rId25"/>
    <p:sldLayoutId id="2147483755" r:id="rId26"/>
    <p:sldLayoutId id="2147483756" r:id="rId27"/>
    <p:sldLayoutId id="2147483757" r:id="rId28"/>
    <p:sldLayoutId id="2147483758" r:id="rId29"/>
    <p:sldLayoutId id="2147483759" r:id="rId30"/>
    <p:sldLayoutId id="2147483760" r:id="rId31"/>
    <p:sldLayoutId id="2147483761" r:id="rId32"/>
    <p:sldLayoutId id="2147483762" r:id="rId33"/>
    <p:sldLayoutId id="2147483763" r:id="rId34"/>
    <p:sldLayoutId id="2147483764" r:id="rId35"/>
    <p:sldLayoutId id="2147483765" r:id="rId36"/>
    <p:sldLayoutId id="2147483766" r:id="rId37"/>
    <p:sldLayoutId id="2147483767" r:id="rId38"/>
    <p:sldLayoutId id="2147483768" r:id="rId39"/>
    <p:sldLayoutId id="2147483769" r:id="rId40"/>
    <p:sldLayoutId id="2147483770" r:id="rId41"/>
    <p:sldLayoutId id="2147483771" r:id="rId42"/>
    <p:sldLayoutId id="2147483772" r:id="rId43"/>
    <p:sldLayoutId id="2147483773" r:id="rId44"/>
    <p:sldLayoutId id="2147483774" r:id="rId45"/>
    <p:sldLayoutId id="2147483775" r:id="rId46"/>
    <p:sldLayoutId id="2147483776" r:id="rId47"/>
    <p:sldLayoutId id="2147483777" r:id="rId48"/>
    <p:sldLayoutId id="2147483778" r:id="rId49"/>
    <p:sldLayoutId id="2147483779" r:id="rId50"/>
    <p:sldLayoutId id="2147483780" r:id="rId51"/>
    <p:sldLayoutId id="2147483782" r:id="rId52"/>
    <p:sldLayoutId id="2147483783" r:id="rId53"/>
    <p:sldLayoutId id="2147483784" r:id="rId54"/>
    <p:sldLayoutId id="2147483785" r:id="rId55"/>
    <p:sldLayoutId id="2147483786" r:id="rId56"/>
  </p:sldLayoutIdLst>
  <p:hf hdr="0" ftr="0"/>
  <p:txStyles>
    <p:titleStyle>
      <a:lvl1pPr algn="l" defTabSz="914400" rtl="0" eaLnBrk="1" latinLnBrk="0" hangingPunct="1">
        <a:lnSpc>
          <a:spcPct val="90000"/>
        </a:lnSpc>
        <a:spcBef>
          <a:spcPct val="0"/>
        </a:spcBef>
        <a:buNone/>
        <a:defRPr sz="3200" b="1" i="0" kern="1200" cap="all" spc="600" baseline="0">
          <a:solidFill>
            <a:schemeClr val="tx1"/>
          </a:solidFill>
          <a:latin typeface="+mj-lt"/>
          <a:ea typeface="+mj-ea"/>
          <a:cs typeface="Arial Black" panose="020B0604020202020204" pitchFamily="34" charset="0"/>
        </a:defRPr>
      </a:lvl1pPr>
    </p:titleStyle>
    <p:bodyStyle>
      <a:lvl1pPr marL="0" indent="0" algn="l" defTabSz="914400" rtl="0" eaLnBrk="1" latinLnBrk="0" hangingPunct="1">
        <a:lnSpc>
          <a:spcPct val="150000"/>
        </a:lnSpc>
        <a:spcBef>
          <a:spcPts val="1000"/>
        </a:spcBef>
        <a:buFontTx/>
        <a:buNone/>
        <a:defRPr sz="2400" b="0" i="0" kern="1200">
          <a:solidFill>
            <a:schemeClr val="tx1"/>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mn-lt"/>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mn-lt"/>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mn-lt"/>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6" orient="horz" pos="2160" userDrawn="1">
          <p15:clr>
            <a:srgbClr val="A4A3A4"/>
          </p15:clr>
        </p15:guide>
        <p15:guide id="27" orient="horz" pos="1152" userDrawn="1">
          <p15:clr>
            <a:srgbClr val="547EBF"/>
          </p15:clr>
        </p15:guide>
        <p15:guide id="28" pos="7440" userDrawn="1">
          <p15:clr>
            <a:srgbClr val="547EBF"/>
          </p15:clr>
        </p15:guide>
        <p15:guide id="29" orient="horz" pos="4080" userDrawn="1">
          <p15:clr>
            <a:srgbClr val="547EBF"/>
          </p15:clr>
        </p15:guide>
        <p15:guide id="30" userDrawn="1">
          <p15:clr>
            <a:srgbClr val="547EBF"/>
          </p15:clr>
        </p15:guide>
        <p15:guide id="31" pos="7680" userDrawn="1">
          <p15:clr>
            <a:srgbClr val="547EBF"/>
          </p15:clr>
        </p15:guide>
        <p15:guide id="32" pos="528" userDrawn="1">
          <p15:clr>
            <a:srgbClr val="547EBF"/>
          </p15:clr>
        </p15:guide>
        <p15:guide id="33" pos="6912" userDrawn="1">
          <p15:clr>
            <a:srgbClr val="547EBF"/>
          </p15:clr>
        </p15:guide>
        <p15:guide id="34" orient="horz" pos="240" userDrawn="1">
          <p15:clr>
            <a:srgbClr val="547EBF"/>
          </p15:clr>
        </p15:guide>
        <p15:guide id="35" orient="horz" pos="552" userDrawn="1">
          <p15:clr>
            <a:srgbClr val="547EBF"/>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5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C5300-AC43-F396-6E83-73A31578C20E}"/>
              </a:ext>
            </a:extLst>
          </p:cNvPr>
          <p:cNvSpPr>
            <a:spLocks noGrp="1"/>
          </p:cNvSpPr>
          <p:nvPr>
            <p:ph type="ctrTitle"/>
          </p:nvPr>
        </p:nvSpPr>
        <p:spPr>
          <a:xfrm>
            <a:off x="548648" y="417445"/>
            <a:ext cx="5091864" cy="3889380"/>
          </a:xfrm>
        </p:spPr>
        <p:txBody>
          <a:bodyPr anchor="b"/>
          <a:lstStyle/>
          <a:p>
            <a:r>
              <a:rPr lang="en-US" sz="2400" dirty="0">
                <a:latin typeface="+mn-lt"/>
              </a:rPr>
              <a:t>Software architecture implementation presentation</a:t>
            </a:r>
          </a:p>
        </p:txBody>
      </p:sp>
      <p:sp>
        <p:nvSpPr>
          <p:cNvPr id="3" name="Subtitle 2">
            <a:extLst>
              <a:ext uri="{FF2B5EF4-FFF2-40B4-BE49-F238E27FC236}">
                <a16:creationId xmlns:a16="http://schemas.microsoft.com/office/drawing/2014/main" id="{6A3BE460-3185-CD59-0215-356A228DF2B6}"/>
              </a:ext>
            </a:extLst>
          </p:cNvPr>
          <p:cNvSpPr>
            <a:spLocks noGrp="1"/>
          </p:cNvSpPr>
          <p:nvPr>
            <p:ph type="subTitle" idx="1"/>
          </p:nvPr>
        </p:nvSpPr>
        <p:spPr>
          <a:xfrm>
            <a:off x="548648" y="4882896"/>
            <a:ext cx="5091864" cy="1557660"/>
          </a:xfrm>
        </p:spPr>
        <p:txBody>
          <a:bodyPr/>
          <a:lstStyle/>
          <a:p>
            <a:r>
              <a:rPr lang="en-US" sz="1400" dirty="0"/>
              <a:t>Ryan Coon</a:t>
            </a:r>
          </a:p>
          <a:p>
            <a:r>
              <a:rPr lang="en-US" sz="1400" dirty="0"/>
              <a:t>SWE-530</a:t>
            </a:r>
          </a:p>
          <a:p>
            <a:r>
              <a:rPr lang="en-US" sz="1400" dirty="0"/>
              <a:t>Professor Mohamed Mneimneh</a:t>
            </a:r>
          </a:p>
          <a:p>
            <a:r>
              <a:rPr lang="en-US" sz="1400" dirty="0"/>
              <a:t>June 3, 2026</a:t>
            </a:r>
          </a:p>
        </p:txBody>
      </p:sp>
      <p:pic>
        <p:nvPicPr>
          <p:cNvPr id="8" name="Picture Placeholder 7" descr="Low angle view of a building">
            <a:extLst>
              <a:ext uri="{FF2B5EF4-FFF2-40B4-BE49-F238E27FC236}">
                <a16:creationId xmlns:a16="http://schemas.microsoft.com/office/drawing/2014/main" id="{67D960B2-8A54-F8C8-80BB-D238AE8EBA30}"/>
              </a:ext>
            </a:extLst>
          </p:cNvPr>
          <p:cNvPicPr>
            <a:picLocks noGrp="1" noChangeAspect="1"/>
          </p:cNvPicPr>
          <p:nvPr>
            <p:ph type="pic" idx="10"/>
          </p:nvPr>
        </p:nvPicPr>
        <p:blipFill>
          <a:blip r:embed="rId3" cstate="email">
            <a:extLst>
              <a:ext uri="{28A0092B-C50C-407E-A947-70E740481C1C}">
                <a14:useLocalDpi xmlns:a14="http://schemas.microsoft.com/office/drawing/2010/main"/>
              </a:ext>
            </a:extLst>
          </a:blip>
          <a:srcRect/>
          <a:stretch/>
        </p:blipFill>
        <p:spPr>
          <a:xfrm>
            <a:off x="6096000" y="0"/>
            <a:ext cx="6096000" cy="6858000"/>
          </a:xfrm>
        </p:spPr>
      </p:pic>
      <p:sp>
        <p:nvSpPr>
          <p:cNvPr id="5" name="Freeform 4">
            <a:extLst>
              <a:ext uri="{FF2B5EF4-FFF2-40B4-BE49-F238E27FC236}">
                <a16:creationId xmlns:a16="http://schemas.microsoft.com/office/drawing/2014/main" id="{FF45C2C0-54FA-3BF9-54A1-71B2FE171281}"/>
              </a:ext>
              <a:ext uri="{C183D7F6-B498-43B3-948B-1728B52AA6E4}">
                <adec:decorative xmlns:adec="http://schemas.microsoft.com/office/drawing/2017/decorative" val="1"/>
              </a:ext>
            </a:extLst>
          </p:cNvPr>
          <p:cNvSpPr/>
          <p:nvPr/>
        </p:nvSpPr>
        <p:spPr>
          <a:xfrm rot="10800000">
            <a:off x="5796354" y="0"/>
            <a:ext cx="3179653" cy="1801715"/>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Tree>
    <p:extLst>
      <p:ext uri="{BB962C8B-B14F-4D97-AF65-F5344CB8AC3E}">
        <p14:creationId xmlns:p14="http://schemas.microsoft.com/office/powerpoint/2010/main" val="3867488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0B7E4-87D1-9DF8-2BCD-A68172322806}"/>
              </a:ext>
            </a:extLst>
          </p:cNvPr>
          <p:cNvSpPr>
            <a:spLocks noGrp="1"/>
          </p:cNvSpPr>
          <p:nvPr>
            <p:ph type="title"/>
          </p:nvPr>
        </p:nvSpPr>
        <p:spPr/>
        <p:txBody>
          <a:bodyPr/>
          <a:lstStyle/>
          <a:p>
            <a:r>
              <a:rPr lang="en-US" dirty="0">
                <a:latin typeface="+mn-lt"/>
              </a:rPr>
              <a:t>Table of Contents</a:t>
            </a:r>
          </a:p>
        </p:txBody>
      </p:sp>
      <p:pic>
        <p:nvPicPr>
          <p:cNvPr id="8" name="Picture Placeholder 7" descr="A low angle view of a building">
            <a:extLst>
              <a:ext uri="{FF2B5EF4-FFF2-40B4-BE49-F238E27FC236}">
                <a16:creationId xmlns:a16="http://schemas.microsoft.com/office/drawing/2014/main" id="{AFF7F30A-06E2-1254-EFDC-365D67894AF7}"/>
              </a:ext>
            </a:extLst>
          </p:cNvPr>
          <p:cNvPicPr>
            <a:picLocks noGrp="1" noChangeAspect="1"/>
          </p:cNvPicPr>
          <p:nvPr>
            <p:ph type="pic" sz="quarter" idx="11"/>
          </p:nvPr>
        </p:nvPicPr>
        <p:blipFill>
          <a:blip r:embed="rId2" cstate="email">
            <a:extLst>
              <a:ext uri="{28A0092B-C50C-407E-A947-70E740481C1C}">
                <a14:useLocalDpi xmlns:a14="http://schemas.microsoft.com/office/drawing/2010/main"/>
              </a:ext>
            </a:extLst>
          </a:blip>
          <a:srcRect/>
          <a:stretch/>
        </p:blipFill>
        <p:spPr/>
      </p:pic>
      <p:sp>
        <p:nvSpPr>
          <p:cNvPr id="4" name="Content Placeholder 3">
            <a:extLst>
              <a:ext uri="{FF2B5EF4-FFF2-40B4-BE49-F238E27FC236}">
                <a16:creationId xmlns:a16="http://schemas.microsoft.com/office/drawing/2014/main" id="{83219047-1F62-2428-464F-F9BE9A699E18}"/>
              </a:ext>
            </a:extLst>
          </p:cNvPr>
          <p:cNvSpPr>
            <a:spLocks noGrp="1"/>
          </p:cNvSpPr>
          <p:nvPr>
            <p:ph type="body" idx="1"/>
          </p:nvPr>
        </p:nvSpPr>
        <p:spPr/>
        <p:txBody>
          <a:bodyPr/>
          <a:lstStyle/>
          <a:p>
            <a:pPr marL="285750" lvl="0" indent="-285750">
              <a:buFont typeface="Arial" panose="020B0604020202020204" pitchFamily="34" charset="0"/>
              <a:buChar char="•"/>
            </a:pPr>
            <a:r>
              <a:rPr lang="en-US" dirty="0"/>
              <a:t>Company overview</a:t>
            </a:r>
          </a:p>
          <a:p>
            <a:pPr marL="285750" lvl="0" indent="-285750">
              <a:buFont typeface="Arial" panose="020B0604020202020204" pitchFamily="34" charset="0"/>
              <a:buChar char="•"/>
            </a:pPr>
            <a:r>
              <a:rPr lang="en-US" dirty="0"/>
              <a:t>Context for Change</a:t>
            </a:r>
          </a:p>
          <a:p>
            <a:pPr marL="285750" lvl="0" indent="-285750">
              <a:buFont typeface="Arial" panose="020B0604020202020204" pitchFamily="34" charset="0"/>
              <a:buChar char="•"/>
            </a:pPr>
            <a:r>
              <a:rPr lang="en-US" dirty="0"/>
              <a:t>Objectives</a:t>
            </a:r>
          </a:p>
          <a:p>
            <a:pPr marL="285750" lvl="0" indent="-285750">
              <a:buFont typeface="Arial" panose="020B0604020202020204" pitchFamily="34" charset="0"/>
              <a:buChar char="•"/>
            </a:pPr>
            <a:r>
              <a:rPr lang="en-US" dirty="0"/>
              <a:t>Plan of Action</a:t>
            </a:r>
          </a:p>
          <a:p>
            <a:pPr marL="285750" lvl="0" indent="-285750">
              <a:buFont typeface="Arial" panose="020B0604020202020204" pitchFamily="34" charset="0"/>
              <a:buChar char="•"/>
            </a:pPr>
            <a:r>
              <a:rPr lang="en-US" dirty="0"/>
              <a:t>Timeframe</a:t>
            </a:r>
          </a:p>
          <a:p>
            <a:pPr marL="285750" lvl="0" indent="-285750">
              <a:buFont typeface="Arial" panose="020B0604020202020204" pitchFamily="34" charset="0"/>
              <a:buChar char="•"/>
            </a:pPr>
            <a:r>
              <a:rPr lang="en-US" dirty="0"/>
              <a:t>Cost Analysis</a:t>
            </a:r>
          </a:p>
        </p:txBody>
      </p:sp>
      <p:sp>
        <p:nvSpPr>
          <p:cNvPr id="5" name="Date Placeholder 4">
            <a:extLst>
              <a:ext uri="{FF2B5EF4-FFF2-40B4-BE49-F238E27FC236}">
                <a16:creationId xmlns:a16="http://schemas.microsoft.com/office/drawing/2014/main" id="{C34E01D7-D5A2-573E-0B3E-82CCD82A9701}"/>
              </a:ext>
            </a:extLst>
          </p:cNvPr>
          <p:cNvSpPr>
            <a:spLocks noGrp="1"/>
          </p:cNvSpPr>
          <p:nvPr>
            <p:ph type="dt" sz="half" idx="10"/>
          </p:nvPr>
        </p:nvSpPr>
        <p:spPr/>
        <p:txBody>
          <a:bodyPr/>
          <a:lstStyle/>
          <a:p>
            <a:fld id="{1A5F77D0-C28E-4573-88F0-0A30FF98888E}" type="datetime1">
              <a:rPr lang="en-US" smtClean="0"/>
              <a:t>6/3/2026</a:t>
            </a:fld>
            <a:endParaRPr lang="en-US" dirty="0"/>
          </a:p>
        </p:txBody>
      </p:sp>
      <p:sp>
        <p:nvSpPr>
          <p:cNvPr id="6" name="Slide Number Placeholder 5">
            <a:extLst>
              <a:ext uri="{FF2B5EF4-FFF2-40B4-BE49-F238E27FC236}">
                <a16:creationId xmlns:a16="http://schemas.microsoft.com/office/drawing/2014/main" id="{866B564D-A64D-582E-17B4-676B58406834}"/>
              </a:ext>
            </a:extLst>
          </p:cNvPr>
          <p:cNvSpPr>
            <a:spLocks noGrp="1"/>
          </p:cNvSpPr>
          <p:nvPr>
            <p:ph type="sldNum" sz="quarter" idx="13"/>
          </p:nvPr>
        </p:nvSpPr>
        <p:spPr/>
        <p:txBody>
          <a:bodyPr/>
          <a:lstStyle/>
          <a:p>
            <a:fld id="{CC057153-B650-4DEB-B370-79DDCFDCE934}" type="slidenum">
              <a:rPr lang="en-US" smtClean="0"/>
              <a:t>2</a:t>
            </a:fld>
            <a:endParaRPr lang="en-US" dirty="0"/>
          </a:p>
        </p:txBody>
      </p:sp>
    </p:spTree>
    <p:extLst>
      <p:ext uri="{BB962C8B-B14F-4D97-AF65-F5344CB8AC3E}">
        <p14:creationId xmlns:p14="http://schemas.microsoft.com/office/powerpoint/2010/main" val="1540878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13840-7D4B-AD5A-7C3C-471FA925D87E}"/>
              </a:ext>
            </a:extLst>
          </p:cNvPr>
          <p:cNvSpPr>
            <a:spLocks noGrp="1"/>
          </p:cNvSpPr>
          <p:nvPr>
            <p:ph type="ctrTitle"/>
          </p:nvPr>
        </p:nvSpPr>
        <p:spPr>
          <a:xfrm>
            <a:off x="694942" y="1842516"/>
            <a:ext cx="8933690" cy="4110228"/>
          </a:xfrm>
        </p:spPr>
        <p:txBody>
          <a:bodyPr>
            <a:noAutofit/>
          </a:bodyPr>
          <a:lstStyle/>
          <a:p>
            <a:r>
              <a:rPr lang="en-US" sz="1400" b="1" dirty="0">
                <a:latin typeface="+mn-lt"/>
              </a:rPr>
              <a:t>Mission:</a:t>
            </a:r>
            <a:br>
              <a:rPr lang="en-US" sz="1400" dirty="0">
                <a:latin typeface="+mn-lt"/>
              </a:rPr>
            </a:br>
            <a:r>
              <a:rPr lang="en-US" sz="1400" dirty="0">
                <a:latin typeface="+mn-lt"/>
              </a:rPr>
              <a:t>Our mission is to deliver innovative and reliable solutions that empower businesses to achieve operational excellence and customer satisfaction.</a:t>
            </a:r>
            <a:br>
              <a:rPr lang="en-US" sz="1400" dirty="0">
                <a:latin typeface="+mn-lt"/>
              </a:rPr>
            </a:br>
            <a:br>
              <a:rPr lang="en-US" sz="1400" dirty="0">
                <a:latin typeface="+mn-lt"/>
              </a:rPr>
            </a:br>
            <a:r>
              <a:rPr lang="en-US" sz="1400" b="1" dirty="0">
                <a:latin typeface="+mn-lt"/>
              </a:rPr>
              <a:t>Core Values:</a:t>
            </a:r>
            <a:br>
              <a:rPr lang="en-US" sz="1400" dirty="0">
                <a:latin typeface="+mn-lt"/>
              </a:rPr>
            </a:br>
            <a:r>
              <a:rPr lang="en-US" sz="1400" dirty="0">
                <a:latin typeface="+mn-lt"/>
              </a:rPr>
              <a:t>Integrity and Transparency</a:t>
            </a:r>
            <a:br>
              <a:rPr lang="en-US" sz="1400" dirty="0">
                <a:latin typeface="+mn-lt"/>
              </a:rPr>
            </a:br>
            <a:r>
              <a:rPr lang="en-US" sz="1400" dirty="0">
                <a:latin typeface="+mn-lt"/>
              </a:rPr>
              <a:t>Customer-Centric Innovation</a:t>
            </a:r>
            <a:br>
              <a:rPr lang="en-US" sz="1400" dirty="0">
                <a:latin typeface="+mn-lt"/>
              </a:rPr>
            </a:br>
            <a:r>
              <a:rPr lang="en-US" sz="1400" dirty="0">
                <a:latin typeface="+mn-lt"/>
              </a:rPr>
              <a:t>Quality and Excellence</a:t>
            </a:r>
            <a:br>
              <a:rPr lang="en-US" sz="1400" dirty="0">
                <a:latin typeface="+mn-lt"/>
              </a:rPr>
            </a:br>
            <a:r>
              <a:rPr lang="en-US" sz="1400" dirty="0">
                <a:latin typeface="+mn-lt"/>
              </a:rPr>
              <a:t>Collaboration and Teamwork</a:t>
            </a:r>
            <a:br>
              <a:rPr lang="en-US" sz="1400" dirty="0">
                <a:latin typeface="+mn-lt"/>
              </a:rPr>
            </a:br>
            <a:br>
              <a:rPr lang="en-US" sz="1400" dirty="0">
                <a:latin typeface="+mn-lt"/>
              </a:rPr>
            </a:br>
            <a:r>
              <a:rPr lang="en-US" sz="1400" b="1" dirty="0">
                <a:latin typeface="+mn-lt"/>
              </a:rPr>
              <a:t>Services:</a:t>
            </a:r>
            <a:br>
              <a:rPr lang="en-US" sz="1400" dirty="0">
                <a:latin typeface="+mn-lt"/>
              </a:rPr>
            </a:br>
            <a:r>
              <a:rPr lang="en-US" sz="1400" dirty="0">
                <a:latin typeface="+mn-lt"/>
              </a:rPr>
              <a:t>End-to-end software development</a:t>
            </a:r>
            <a:br>
              <a:rPr lang="en-US" sz="1400" dirty="0">
                <a:latin typeface="+mn-lt"/>
              </a:rPr>
            </a:br>
            <a:r>
              <a:rPr lang="en-US" sz="1400" dirty="0">
                <a:latin typeface="+mn-lt"/>
              </a:rPr>
              <a:t>IT consulting and system integration</a:t>
            </a:r>
            <a:br>
              <a:rPr lang="en-US" sz="1400" dirty="0">
                <a:latin typeface="+mn-lt"/>
              </a:rPr>
            </a:br>
            <a:r>
              <a:rPr lang="en-US" sz="1400" dirty="0">
                <a:latin typeface="+mn-lt"/>
              </a:rPr>
              <a:t>Cloud and infrastructure management</a:t>
            </a:r>
            <a:br>
              <a:rPr lang="en-US" sz="1400" dirty="0">
                <a:latin typeface="+mn-lt"/>
              </a:rPr>
            </a:br>
            <a:r>
              <a:rPr lang="en-US" sz="1400" dirty="0">
                <a:latin typeface="+mn-lt"/>
              </a:rPr>
              <a:t>Data analytics and business intelligence</a:t>
            </a:r>
            <a:br>
              <a:rPr lang="en-US" sz="1400" dirty="0"/>
            </a:br>
            <a:br>
              <a:rPr lang="en-US" sz="1400" dirty="0"/>
            </a:br>
            <a:endParaRPr lang="en-US" sz="1400" dirty="0"/>
          </a:p>
        </p:txBody>
      </p:sp>
      <p:sp>
        <p:nvSpPr>
          <p:cNvPr id="4" name="Date Placeholder 3">
            <a:extLst>
              <a:ext uri="{FF2B5EF4-FFF2-40B4-BE49-F238E27FC236}">
                <a16:creationId xmlns:a16="http://schemas.microsoft.com/office/drawing/2014/main" id="{4ED7C4F5-087C-890E-407E-12295957360B}"/>
              </a:ext>
            </a:extLst>
          </p:cNvPr>
          <p:cNvSpPr>
            <a:spLocks noGrp="1"/>
          </p:cNvSpPr>
          <p:nvPr>
            <p:ph type="dt" sz="half" idx="10"/>
          </p:nvPr>
        </p:nvSpPr>
        <p:spPr>
          <a:xfrm rot="16200000">
            <a:off x="11577948" y="230006"/>
            <a:ext cx="844062" cy="384047"/>
          </a:xfrm>
        </p:spPr>
        <p:txBody>
          <a:bodyPr/>
          <a:lstStyle/>
          <a:p>
            <a:fld id="{29247CA6-BC1D-429A-A289-4E939E49554A}" type="datetime1">
              <a:rPr lang="en-US" smtClean="0"/>
              <a:pPr/>
              <a:t>6/3/2026</a:t>
            </a:fld>
            <a:endParaRPr lang="en-US" dirty="0"/>
          </a:p>
        </p:txBody>
      </p:sp>
      <p:sp>
        <p:nvSpPr>
          <p:cNvPr id="5" name="Slide Number Placeholder 4">
            <a:extLst>
              <a:ext uri="{FF2B5EF4-FFF2-40B4-BE49-F238E27FC236}">
                <a16:creationId xmlns:a16="http://schemas.microsoft.com/office/drawing/2014/main" id="{6C83EDFD-C1FC-03CD-6360-5D9F82541064}"/>
              </a:ext>
            </a:extLst>
          </p:cNvPr>
          <p:cNvSpPr>
            <a:spLocks noGrp="1"/>
          </p:cNvSpPr>
          <p:nvPr>
            <p:ph type="sldNum" sz="quarter" idx="12"/>
          </p:nvPr>
        </p:nvSpPr>
        <p:spPr>
          <a:xfrm rot="16200000">
            <a:off x="11679259" y="6345258"/>
            <a:ext cx="641433" cy="384048"/>
          </a:xfrm>
        </p:spPr>
        <p:txBody>
          <a:bodyPr/>
          <a:lstStyle/>
          <a:p>
            <a:fld id="{CC057153-B650-4DEB-B370-79DDCFDCE934}" type="slidenum">
              <a:rPr lang="en-US" smtClean="0"/>
              <a:pPr/>
              <a:t>3</a:t>
            </a:fld>
            <a:endParaRPr lang="en-US" dirty="0"/>
          </a:p>
        </p:txBody>
      </p:sp>
      <p:sp>
        <p:nvSpPr>
          <p:cNvPr id="3" name="TextBox 2">
            <a:extLst>
              <a:ext uri="{FF2B5EF4-FFF2-40B4-BE49-F238E27FC236}">
                <a16:creationId xmlns:a16="http://schemas.microsoft.com/office/drawing/2014/main" id="{CD1AC06A-0EAD-5F1B-7E15-9105A32F7148}"/>
              </a:ext>
            </a:extLst>
          </p:cNvPr>
          <p:cNvSpPr txBox="1"/>
          <p:nvPr/>
        </p:nvSpPr>
        <p:spPr>
          <a:xfrm>
            <a:off x="694942" y="720590"/>
            <a:ext cx="2243306" cy="369332"/>
          </a:xfrm>
          <a:prstGeom prst="rect">
            <a:avLst/>
          </a:prstGeom>
          <a:noFill/>
        </p:spPr>
        <p:txBody>
          <a:bodyPr wrap="none" rtlCol="0">
            <a:spAutoFit/>
          </a:bodyPr>
          <a:lstStyle/>
          <a:p>
            <a:r>
              <a:rPr lang="en-US" dirty="0"/>
              <a:t>Company Overview</a:t>
            </a:r>
          </a:p>
        </p:txBody>
      </p:sp>
    </p:spTree>
    <p:extLst>
      <p:ext uri="{BB962C8B-B14F-4D97-AF65-F5344CB8AC3E}">
        <p14:creationId xmlns:p14="http://schemas.microsoft.com/office/powerpoint/2010/main" val="215360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3EC92-526E-8262-53B5-F0AF7F1E43A8}"/>
              </a:ext>
            </a:extLst>
          </p:cNvPr>
          <p:cNvSpPr>
            <a:spLocks noGrp="1"/>
          </p:cNvSpPr>
          <p:nvPr>
            <p:ph type="title"/>
          </p:nvPr>
        </p:nvSpPr>
        <p:spPr/>
        <p:txBody>
          <a:bodyPr/>
          <a:lstStyle/>
          <a:p>
            <a:r>
              <a:rPr lang="en-US" dirty="0">
                <a:latin typeface="+mn-lt"/>
              </a:rPr>
              <a:t>Context For Change</a:t>
            </a:r>
          </a:p>
        </p:txBody>
      </p:sp>
      <p:sp>
        <p:nvSpPr>
          <p:cNvPr id="4" name="Text Placeholder 3">
            <a:extLst>
              <a:ext uri="{FF2B5EF4-FFF2-40B4-BE49-F238E27FC236}">
                <a16:creationId xmlns:a16="http://schemas.microsoft.com/office/drawing/2014/main" id="{7CF11C81-A4EA-16BC-B023-A1233E306AAE}"/>
              </a:ext>
            </a:extLst>
          </p:cNvPr>
          <p:cNvSpPr>
            <a:spLocks noGrp="1"/>
          </p:cNvSpPr>
          <p:nvPr>
            <p:ph sz="quarter" idx="14"/>
          </p:nvPr>
        </p:nvSpPr>
        <p:spPr>
          <a:xfrm>
            <a:off x="548647" y="2633471"/>
            <a:ext cx="11146529" cy="3583093"/>
          </a:xfrm>
        </p:spPr>
        <p:txBody>
          <a:bodyPr/>
          <a:lstStyle/>
          <a:p>
            <a:r>
              <a:rPr lang="en-US" b="1" dirty="0"/>
              <a:t>Why Change is Necessary:</a:t>
            </a:r>
            <a:br>
              <a:rPr lang="en-US" dirty="0"/>
            </a:br>
            <a:r>
              <a:rPr lang="en-US" dirty="0"/>
              <a:t>The rapidly evolving market demands agility, scalability, and enhanced customer experiences. Current legacy systems limit our ability to innovate quickly and respond to customer needs efficiently. Operational inefficiencies and integration challenges hinder growth and competitiveness.</a:t>
            </a:r>
          </a:p>
          <a:p>
            <a:r>
              <a:rPr lang="en-US" b="1" dirty="0"/>
              <a:t>Role of Software Architecture:</a:t>
            </a:r>
            <a:br>
              <a:rPr lang="en-US" dirty="0"/>
            </a:br>
            <a:r>
              <a:rPr lang="en-US" dirty="0"/>
              <a:t>A well-defined software architecture will provide a scalable, modular, and secure foundation that supports business agility. It enables seamless integration of new technologies, improves system reliability, and reduces technical debt, thereby aligning IT capabilities with strategic business goals.</a:t>
            </a:r>
          </a:p>
          <a:p>
            <a:pPr lvl="0"/>
            <a:endParaRPr lang="en-US" sz="1400" dirty="0"/>
          </a:p>
        </p:txBody>
      </p:sp>
      <p:sp>
        <p:nvSpPr>
          <p:cNvPr id="5" name="Date Placeholder 4">
            <a:extLst>
              <a:ext uri="{FF2B5EF4-FFF2-40B4-BE49-F238E27FC236}">
                <a16:creationId xmlns:a16="http://schemas.microsoft.com/office/drawing/2014/main" id="{FB50F74D-615D-90B9-C82A-C8BD0ECE27D0}"/>
              </a:ext>
            </a:extLst>
          </p:cNvPr>
          <p:cNvSpPr>
            <a:spLocks noGrp="1"/>
          </p:cNvSpPr>
          <p:nvPr>
            <p:ph type="dt" sz="half" idx="15"/>
          </p:nvPr>
        </p:nvSpPr>
        <p:spPr/>
        <p:txBody>
          <a:bodyPr/>
          <a:lstStyle/>
          <a:p>
            <a:fld id="{043CF65F-0E21-48DE-8D75-4BF66A547E8E}" type="datetime1">
              <a:rPr lang="en-US" smtClean="0"/>
              <a:pPr/>
              <a:t>6/3/2026</a:t>
            </a:fld>
            <a:endParaRPr lang="en-US" dirty="0"/>
          </a:p>
        </p:txBody>
      </p:sp>
      <p:sp>
        <p:nvSpPr>
          <p:cNvPr id="6" name="Slide Number Placeholder 5">
            <a:extLst>
              <a:ext uri="{FF2B5EF4-FFF2-40B4-BE49-F238E27FC236}">
                <a16:creationId xmlns:a16="http://schemas.microsoft.com/office/drawing/2014/main" id="{CC69D1F7-45DB-291B-3555-614D1BC22946}"/>
              </a:ext>
            </a:extLst>
          </p:cNvPr>
          <p:cNvSpPr>
            <a:spLocks noGrp="1"/>
          </p:cNvSpPr>
          <p:nvPr>
            <p:ph type="sldNum" sz="quarter" idx="17"/>
          </p:nvPr>
        </p:nvSpPr>
        <p:spPr/>
        <p:txBody>
          <a:bodyPr/>
          <a:lstStyle/>
          <a:p>
            <a:fld id="{CC057153-B650-4DEB-B370-79DDCFDCE934}" type="slidenum">
              <a:rPr lang="en-US" smtClean="0"/>
              <a:pPr/>
              <a:t>4</a:t>
            </a:fld>
            <a:endParaRPr lang="en-US" dirty="0"/>
          </a:p>
        </p:txBody>
      </p:sp>
      <p:sp>
        <p:nvSpPr>
          <p:cNvPr id="7" name="Freeform 6">
            <a:extLst>
              <a:ext uri="{FF2B5EF4-FFF2-40B4-BE49-F238E27FC236}">
                <a16:creationId xmlns:a16="http://schemas.microsoft.com/office/drawing/2014/main" id="{4B0D0C0D-89F9-C314-0A74-E0433067F0A5}"/>
              </a:ext>
              <a:ext uri="{C183D7F6-B498-43B3-948B-1728B52AA6E4}">
                <adec:decorative xmlns:adec="http://schemas.microsoft.com/office/drawing/2017/decorative" val="1"/>
              </a:ext>
            </a:extLst>
          </p:cNvPr>
          <p:cNvSpPr/>
          <p:nvPr/>
        </p:nvSpPr>
        <p:spPr>
          <a:xfrm>
            <a:off x="6685702" y="5061102"/>
            <a:ext cx="3179653" cy="1801715"/>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3" name="AutoShape 2" descr="react">
            <a:extLst>
              <a:ext uri="{FF2B5EF4-FFF2-40B4-BE49-F238E27FC236}">
                <a16:creationId xmlns:a16="http://schemas.microsoft.com/office/drawing/2014/main" id="{22841E30-4488-5C0E-233E-2881543FDCB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417770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BE1B3-474F-D110-BAD7-4D78EBC838CB}"/>
              </a:ext>
            </a:extLst>
          </p:cNvPr>
          <p:cNvSpPr>
            <a:spLocks noGrp="1"/>
          </p:cNvSpPr>
          <p:nvPr>
            <p:ph type="title"/>
          </p:nvPr>
        </p:nvSpPr>
        <p:spPr/>
        <p:txBody>
          <a:bodyPr/>
          <a:lstStyle/>
          <a:p>
            <a:r>
              <a:rPr lang="en-US" dirty="0">
                <a:latin typeface="+mn-lt"/>
              </a:rPr>
              <a:t>Objectives</a:t>
            </a:r>
          </a:p>
        </p:txBody>
      </p:sp>
      <p:sp>
        <p:nvSpPr>
          <p:cNvPr id="4" name="Content Placeholder 3">
            <a:extLst>
              <a:ext uri="{FF2B5EF4-FFF2-40B4-BE49-F238E27FC236}">
                <a16:creationId xmlns:a16="http://schemas.microsoft.com/office/drawing/2014/main" id="{3E9A9125-83DF-A70A-A024-4E849963BA49}"/>
              </a:ext>
            </a:extLst>
          </p:cNvPr>
          <p:cNvSpPr>
            <a:spLocks noGrp="1"/>
          </p:cNvSpPr>
          <p:nvPr>
            <p:ph sz="quarter" idx="14"/>
          </p:nvPr>
        </p:nvSpPr>
        <p:spPr/>
        <p:txBody>
          <a:bodyPr/>
          <a:lstStyle/>
          <a:p>
            <a:r>
              <a:rPr lang="en-US" sz="1400" b="1" dirty="0"/>
              <a:t>Key Deliverables:</a:t>
            </a:r>
            <a:endParaRPr lang="en-US" sz="1400" dirty="0"/>
          </a:p>
          <a:p>
            <a:r>
              <a:rPr lang="en-US" sz="1400" dirty="0"/>
              <a:t>A scalable and modular software platform supporting core business functions.</a:t>
            </a:r>
          </a:p>
          <a:p>
            <a:r>
              <a:rPr lang="en-US" sz="1400" dirty="0"/>
              <a:t>Integration with third-party services such as payment gateways and logistics providers.</a:t>
            </a:r>
          </a:p>
          <a:p>
            <a:r>
              <a:rPr lang="en-US" sz="1400" dirty="0"/>
              <a:t>Enhanced data security and compliance with industry regulations.</a:t>
            </a:r>
          </a:p>
          <a:p>
            <a:r>
              <a:rPr lang="en-US" sz="1400" dirty="0"/>
              <a:t>Improved system performance and user experience.</a:t>
            </a:r>
          </a:p>
          <a:p>
            <a:r>
              <a:rPr lang="en-US" sz="1400" dirty="0"/>
              <a:t>Comprehensive documentation and training materials for smooth adoption.</a:t>
            </a:r>
          </a:p>
          <a:p>
            <a:r>
              <a:rPr lang="en-US" sz="1400" b="1" dirty="0"/>
              <a:t>Key Processes:</a:t>
            </a:r>
            <a:endParaRPr lang="en-US" sz="1400" dirty="0"/>
          </a:p>
          <a:p>
            <a:r>
              <a:rPr lang="en-US" sz="1400" dirty="0"/>
              <a:t>Requirement analysis and stakeholder engagement.</a:t>
            </a:r>
          </a:p>
          <a:p>
            <a:r>
              <a:rPr lang="en-US" sz="1400" dirty="0"/>
              <a:t>Architectural design and validation.</a:t>
            </a:r>
          </a:p>
          <a:p>
            <a:r>
              <a:rPr lang="en-US" sz="1400" dirty="0"/>
              <a:t>Incremental development and testing.</a:t>
            </a:r>
          </a:p>
          <a:p>
            <a:r>
              <a:rPr lang="en-US" sz="1400" dirty="0"/>
              <a:t>Deployment and continuous monitoring.</a:t>
            </a:r>
          </a:p>
        </p:txBody>
      </p:sp>
      <p:sp>
        <p:nvSpPr>
          <p:cNvPr id="5" name="Date Placeholder 4">
            <a:extLst>
              <a:ext uri="{FF2B5EF4-FFF2-40B4-BE49-F238E27FC236}">
                <a16:creationId xmlns:a16="http://schemas.microsoft.com/office/drawing/2014/main" id="{216007FB-6075-C704-F7E5-4F6DD2FD9A7D}"/>
              </a:ext>
            </a:extLst>
          </p:cNvPr>
          <p:cNvSpPr>
            <a:spLocks noGrp="1"/>
          </p:cNvSpPr>
          <p:nvPr>
            <p:ph type="dt" sz="half" idx="10"/>
          </p:nvPr>
        </p:nvSpPr>
        <p:spPr/>
        <p:txBody>
          <a:bodyPr/>
          <a:lstStyle/>
          <a:p>
            <a:fld id="{D73859A7-84EB-4384-87AF-59CC16704CF8}" type="datetime1">
              <a:rPr lang="en-US" smtClean="0"/>
              <a:t>6/3/2026</a:t>
            </a:fld>
            <a:endParaRPr lang="en-US" dirty="0"/>
          </a:p>
        </p:txBody>
      </p:sp>
      <p:sp>
        <p:nvSpPr>
          <p:cNvPr id="6" name="Slide Number Placeholder 5">
            <a:extLst>
              <a:ext uri="{FF2B5EF4-FFF2-40B4-BE49-F238E27FC236}">
                <a16:creationId xmlns:a16="http://schemas.microsoft.com/office/drawing/2014/main" id="{ACA7501D-D6CD-29A2-36D5-7BCAF9A10C91}"/>
              </a:ext>
            </a:extLst>
          </p:cNvPr>
          <p:cNvSpPr>
            <a:spLocks noGrp="1"/>
          </p:cNvSpPr>
          <p:nvPr>
            <p:ph type="sldNum" sz="quarter" idx="12"/>
          </p:nvPr>
        </p:nvSpPr>
        <p:spPr/>
        <p:txBody>
          <a:bodyPr/>
          <a:lstStyle/>
          <a:p>
            <a:fld id="{CC057153-B650-4DEB-B370-79DDCFDCE934}" type="slidenum">
              <a:rPr lang="en-US" smtClean="0"/>
              <a:t>5</a:t>
            </a:fld>
            <a:endParaRPr lang="en-US" dirty="0"/>
          </a:p>
        </p:txBody>
      </p:sp>
    </p:spTree>
    <p:extLst>
      <p:ext uri="{BB962C8B-B14F-4D97-AF65-F5344CB8AC3E}">
        <p14:creationId xmlns:p14="http://schemas.microsoft.com/office/powerpoint/2010/main" val="2059390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C4C0D-6F0D-8E68-EDFA-3F6640F9FB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B0E260-66B4-6009-8165-3D9D47E3AF02}"/>
              </a:ext>
            </a:extLst>
          </p:cNvPr>
          <p:cNvSpPr>
            <a:spLocks noGrp="1"/>
          </p:cNvSpPr>
          <p:nvPr>
            <p:ph type="title"/>
          </p:nvPr>
        </p:nvSpPr>
        <p:spPr/>
        <p:txBody>
          <a:bodyPr/>
          <a:lstStyle/>
          <a:p>
            <a:r>
              <a:rPr lang="en-US" dirty="0">
                <a:latin typeface="+mn-lt"/>
              </a:rPr>
              <a:t>Plan of Action (SDLC Overview)</a:t>
            </a:r>
          </a:p>
        </p:txBody>
      </p:sp>
      <p:sp>
        <p:nvSpPr>
          <p:cNvPr id="4" name="Text Placeholder 3">
            <a:extLst>
              <a:ext uri="{FF2B5EF4-FFF2-40B4-BE49-F238E27FC236}">
                <a16:creationId xmlns:a16="http://schemas.microsoft.com/office/drawing/2014/main" id="{5F9DEDBF-470D-2011-E288-ED5CB16E6465}"/>
              </a:ext>
            </a:extLst>
          </p:cNvPr>
          <p:cNvSpPr>
            <a:spLocks noGrp="1"/>
          </p:cNvSpPr>
          <p:nvPr>
            <p:ph sz="quarter" idx="14"/>
          </p:nvPr>
        </p:nvSpPr>
        <p:spPr>
          <a:xfrm>
            <a:off x="548647" y="2633472"/>
            <a:ext cx="11146529" cy="2398906"/>
          </a:xfrm>
        </p:spPr>
        <p:txBody>
          <a:bodyPr/>
          <a:lstStyle/>
          <a:p>
            <a:r>
              <a:rPr lang="en-US" b="1" dirty="0"/>
              <a:t>1. Requirement Gathering:</a:t>
            </a:r>
            <a:r>
              <a:rPr lang="en-US" dirty="0"/>
              <a:t> Engage stakeholders to capture functional and non-functional requirements.</a:t>
            </a:r>
            <a:br>
              <a:rPr lang="en-US" dirty="0"/>
            </a:br>
            <a:r>
              <a:rPr lang="en-US" b="1" dirty="0"/>
              <a:t>2. System Design:</a:t>
            </a:r>
            <a:r>
              <a:rPr lang="en-US" dirty="0"/>
              <a:t> Develop architectural models and define system components and interactions.</a:t>
            </a:r>
            <a:br>
              <a:rPr lang="en-US" dirty="0"/>
            </a:br>
            <a:r>
              <a:rPr lang="en-US" b="1" dirty="0"/>
              <a:t>3. Implementation:</a:t>
            </a:r>
            <a:r>
              <a:rPr lang="en-US" dirty="0"/>
              <a:t> Develop modules incrementally following coding standards and best practices.</a:t>
            </a:r>
            <a:br>
              <a:rPr lang="en-US" dirty="0"/>
            </a:br>
            <a:r>
              <a:rPr lang="en-US" b="1" dirty="0"/>
              <a:t>4. Testing:</a:t>
            </a:r>
            <a:r>
              <a:rPr lang="en-US" dirty="0"/>
              <a:t> Conduct unit, integration, and system testing to ensure quality and performance.</a:t>
            </a:r>
            <a:br>
              <a:rPr lang="en-US" dirty="0"/>
            </a:br>
            <a:r>
              <a:rPr lang="en-US" b="1" dirty="0"/>
              <a:t>5. Deployment:</a:t>
            </a:r>
            <a:r>
              <a:rPr lang="en-US" dirty="0"/>
              <a:t> Roll out the system in phases with rollback plans and user training.</a:t>
            </a:r>
            <a:br>
              <a:rPr lang="en-US" dirty="0"/>
            </a:br>
            <a:r>
              <a:rPr lang="en-US" b="1" dirty="0"/>
              <a:t>6. Maintenance:</a:t>
            </a:r>
            <a:r>
              <a:rPr lang="en-US" dirty="0"/>
              <a:t> Monitor system performance, address issues, and implement enhancements.</a:t>
            </a:r>
            <a:endParaRPr lang="en-US" sz="1400" dirty="0"/>
          </a:p>
        </p:txBody>
      </p:sp>
      <p:sp>
        <p:nvSpPr>
          <p:cNvPr id="5" name="Date Placeholder 4">
            <a:extLst>
              <a:ext uri="{FF2B5EF4-FFF2-40B4-BE49-F238E27FC236}">
                <a16:creationId xmlns:a16="http://schemas.microsoft.com/office/drawing/2014/main" id="{A5047133-88D3-3105-21CC-6431B52A3069}"/>
              </a:ext>
            </a:extLst>
          </p:cNvPr>
          <p:cNvSpPr>
            <a:spLocks noGrp="1"/>
          </p:cNvSpPr>
          <p:nvPr>
            <p:ph type="dt" sz="half" idx="15"/>
          </p:nvPr>
        </p:nvSpPr>
        <p:spPr/>
        <p:txBody>
          <a:bodyPr/>
          <a:lstStyle/>
          <a:p>
            <a:fld id="{043CF65F-0E21-48DE-8D75-4BF66A547E8E}" type="datetime1">
              <a:rPr lang="en-US" smtClean="0"/>
              <a:pPr/>
              <a:t>6/3/2026</a:t>
            </a:fld>
            <a:endParaRPr lang="en-US" dirty="0"/>
          </a:p>
        </p:txBody>
      </p:sp>
      <p:sp>
        <p:nvSpPr>
          <p:cNvPr id="6" name="Slide Number Placeholder 5">
            <a:extLst>
              <a:ext uri="{FF2B5EF4-FFF2-40B4-BE49-F238E27FC236}">
                <a16:creationId xmlns:a16="http://schemas.microsoft.com/office/drawing/2014/main" id="{2DC5F611-B3DA-8F94-5BFF-E9302323CDB0}"/>
              </a:ext>
            </a:extLst>
          </p:cNvPr>
          <p:cNvSpPr>
            <a:spLocks noGrp="1"/>
          </p:cNvSpPr>
          <p:nvPr>
            <p:ph type="sldNum" sz="quarter" idx="17"/>
          </p:nvPr>
        </p:nvSpPr>
        <p:spPr/>
        <p:txBody>
          <a:bodyPr/>
          <a:lstStyle/>
          <a:p>
            <a:fld id="{CC057153-B650-4DEB-B370-79DDCFDCE934}" type="slidenum">
              <a:rPr lang="en-US" smtClean="0"/>
              <a:pPr/>
              <a:t>6</a:t>
            </a:fld>
            <a:endParaRPr lang="en-US" dirty="0"/>
          </a:p>
        </p:txBody>
      </p:sp>
      <p:sp>
        <p:nvSpPr>
          <p:cNvPr id="7" name="Freeform 6">
            <a:extLst>
              <a:ext uri="{FF2B5EF4-FFF2-40B4-BE49-F238E27FC236}">
                <a16:creationId xmlns:a16="http://schemas.microsoft.com/office/drawing/2014/main" id="{C39566B7-9998-4867-F55F-029A9EF3E93F}"/>
              </a:ext>
              <a:ext uri="{C183D7F6-B498-43B3-948B-1728B52AA6E4}">
                <adec:decorative xmlns:adec="http://schemas.microsoft.com/office/drawing/2017/decorative" val="1"/>
              </a:ext>
            </a:extLst>
          </p:cNvPr>
          <p:cNvSpPr/>
          <p:nvPr/>
        </p:nvSpPr>
        <p:spPr>
          <a:xfrm>
            <a:off x="6685702" y="5061102"/>
            <a:ext cx="3179653" cy="1801715"/>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3" name="AutoShape 2" descr="react">
            <a:extLst>
              <a:ext uri="{FF2B5EF4-FFF2-40B4-BE49-F238E27FC236}">
                <a16:creationId xmlns:a16="http://schemas.microsoft.com/office/drawing/2014/main" id="{3C8A528D-E91F-CA6F-EC2A-7637E526689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323602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7DB65-076D-DA14-1BE8-D4EF50598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2FFE28-9146-C24F-7C42-B5201DBF1C64}"/>
              </a:ext>
            </a:extLst>
          </p:cNvPr>
          <p:cNvSpPr>
            <a:spLocks noGrp="1"/>
          </p:cNvSpPr>
          <p:nvPr>
            <p:ph type="title"/>
          </p:nvPr>
        </p:nvSpPr>
        <p:spPr/>
        <p:txBody>
          <a:bodyPr/>
          <a:lstStyle/>
          <a:p>
            <a:r>
              <a:rPr lang="en-US" dirty="0">
                <a:latin typeface="+mn-lt"/>
              </a:rPr>
              <a:t>Timeframe</a:t>
            </a:r>
          </a:p>
        </p:txBody>
      </p:sp>
      <p:sp>
        <p:nvSpPr>
          <p:cNvPr id="5" name="Date Placeholder 4">
            <a:extLst>
              <a:ext uri="{FF2B5EF4-FFF2-40B4-BE49-F238E27FC236}">
                <a16:creationId xmlns:a16="http://schemas.microsoft.com/office/drawing/2014/main" id="{3AF743F6-01A3-0C21-2B77-FF852A6C38AD}"/>
              </a:ext>
            </a:extLst>
          </p:cNvPr>
          <p:cNvSpPr>
            <a:spLocks noGrp="1"/>
          </p:cNvSpPr>
          <p:nvPr>
            <p:ph type="dt" sz="half" idx="10"/>
          </p:nvPr>
        </p:nvSpPr>
        <p:spPr/>
        <p:txBody>
          <a:bodyPr/>
          <a:lstStyle/>
          <a:p>
            <a:fld id="{D73859A7-84EB-4384-87AF-59CC16704CF8}" type="datetime1">
              <a:rPr lang="en-US" smtClean="0"/>
              <a:t>6/3/2026</a:t>
            </a:fld>
            <a:endParaRPr lang="en-US" dirty="0"/>
          </a:p>
        </p:txBody>
      </p:sp>
      <p:sp>
        <p:nvSpPr>
          <p:cNvPr id="6" name="Slide Number Placeholder 5">
            <a:extLst>
              <a:ext uri="{FF2B5EF4-FFF2-40B4-BE49-F238E27FC236}">
                <a16:creationId xmlns:a16="http://schemas.microsoft.com/office/drawing/2014/main" id="{2FA05C64-29CF-565B-D742-CBEEA0F738BD}"/>
              </a:ext>
            </a:extLst>
          </p:cNvPr>
          <p:cNvSpPr>
            <a:spLocks noGrp="1"/>
          </p:cNvSpPr>
          <p:nvPr>
            <p:ph type="sldNum" sz="quarter" idx="12"/>
          </p:nvPr>
        </p:nvSpPr>
        <p:spPr/>
        <p:txBody>
          <a:bodyPr/>
          <a:lstStyle/>
          <a:p>
            <a:fld id="{CC057153-B650-4DEB-B370-79DDCFDCE934}" type="slidenum">
              <a:rPr lang="en-US" smtClean="0"/>
              <a:t>7</a:t>
            </a:fld>
            <a:endParaRPr lang="en-US" dirty="0"/>
          </a:p>
        </p:txBody>
      </p:sp>
      <p:graphicFrame>
        <p:nvGraphicFramePr>
          <p:cNvPr id="3" name="Table 2">
            <a:extLst>
              <a:ext uri="{FF2B5EF4-FFF2-40B4-BE49-F238E27FC236}">
                <a16:creationId xmlns:a16="http://schemas.microsoft.com/office/drawing/2014/main" id="{4EBF4E8B-8615-571F-ED76-4141862EF59F}"/>
              </a:ext>
            </a:extLst>
          </p:cNvPr>
          <p:cNvGraphicFramePr>
            <a:graphicFrameLocks noGrp="1"/>
          </p:cNvGraphicFramePr>
          <p:nvPr>
            <p:extLst>
              <p:ext uri="{D42A27DB-BD31-4B8C-83A1-F6EECF244321}">
                <p14:modId xmlns:p14="http://schemas.microsoft.com/office/powerpoint/2010/main" val="4102463558"/>
              </p:ext>
            </p:extLst>
          </p:nvPr>
        </p:nvGraphicFramePr>
        <p:xfrm>
          <a:off x="1274318" y="2145326"/>
          <a:ext cx="8400036" cy="3435796"/>
        </p:xfrm>
        <a:graphic>
          <a:graphicData uri="http://schemas.openxmlformats.org/drawingml/2006/table">
            <a:tbl>
              <a:tblPr/>
              <a:tblGrid>
                <a:gridCol w="2100009">
                  <a:extLst>
                    <a:ext uri="{9D8B030D-6E8A-4147-A177-3AD203B41FA5}">
                      <a16:colId xmlns:a16="http://schemas.microsoft.com/office/drawing/2014/main" val="2520116555"/>
                    </a:ext>
                  </a:extLst>
                </a:gridCol>
                <a:gridCol w="2100009">
                  <a:extLst>
                    <a:ext uri="{9D8B030D-6E8A-4147-A177-3AD203B41FA5}">
                      <a16:colId xmlns:a16="http://schemas.microsoft.com/office/drawing/2014/main" val="3157322355"/>
                    </a:ext>
                  </a:extLst>
                </a:gridCol>
                <a:gridCol w="2100009">
                  <a:extLst>
                    <a:ext uri="{9D8B030D-6E8A-4147-A177-3AD203B41FA5}">
                      <a16:colId xmlns:a16="http://schemas.microsoft.com/office/drawing/2014/main" val="149282342"/>
                    </a:ext>
                  </a:extLst>
                </a:gridCol>
                <a:gridCol w="2100009">
                  <a:extLst>
                    <a:ext uri="{9D8B030D-6E8A-4147-A177-3AD203B41FA5}">
                      <a16:colId xmlns:a16="http://schemas.microsoft.com/office/drawing/2014/main" val="3640326854"/>
                    </a:ext>
                  </a:extLst>
                </a:gridCol>
              </a:tblGrid>
              <a:tr h="495994">
                <a:tc>
                  <a:txBody>
                    <a:bodyPr/>
                    <a:lstStyle/>
                    <a:p>
                      <a:pPr algn="l">
                        <a:buNone/>
                      </a:pPr>
                      <a:r>
                        <a:rPr lang="en-US" b="1" i="0">
                          <a:effectLst/>
                          <a:latin typeface="ui-sans-serif"/>
                        </a:rPr>
                        <a:t>Phase</a:t>
                      </a:r>
                    </a:p>
                  </a:txBody>
                  <a:tcPr anchor="ctr">
                    <a:lnL w="12700" cap="flat" cmpd="sng" algn="ctr">
                      <a:solidFill>
                        <a:srgbClr val="20C8D5"/>
                      </a:solidFill>
                      <a:prstDash val="solid"/>
                      <a:round/>
                      <a:headEnd type="none" w="med" len="med"/>
                      <a:tailEnd type="none" w="med" len="med"/>
                    </a:lnL>
                    <a:lnR w="12700" cap="flat" cmpd="sng" algn="ctr">
                      <a:solidFill>
                        <a:srgbClr val="D0B8D5"/>
                      </a:solidFill>
                      <a:prstDash val="solid"/>
                      <a:round/>
                      <a:headEnd type="none" w="med" len="med"/>
                      <a:tailEnd type="none" w="med" len="med"/>
                    </a:lnR>
                    <a:lnT w="12700" cap="flat" cmpd="sng" algn="ctr">
                      <a:solidFill>
                        <a:srgbClr val="20C8D5"/>
                      </a:solidFill>
                      <a:prstDash val="solid"/>
                      <a:round/>
                      <a:headEnd type="none" w="med" len="med"/>
                      <a:tailEnd type="none" w="med" len="med"/>
                    </a:lnT>
                    <a:lnB w="9525" cap="flat" cmpd="sng" algn="ctr">
                      <a:solidFill>
                        <a:srgbClr val="30B6D5"/>
                      </a:solidFill>
                      <a:prstDash val="solid"/>
                      <a:round/>
                      <a:headEnd type="none" w="med" len="med"/>
                      <a:tailEnd type="none" w="med" len="med"/>
                    </a:lnB>
                    <a:solidFill>
                      <a:srgbClr val="121212"/>
                    </a:solidFill>
                  </a:tcPr>
                </a:tc>
                <a:tc>
                  <a:txBody>
                    <a:bodyPr/>
                    <a:lstStyle/>
                    <a:p>
                      <a:pPr algn="l">
                        <a:buNone/>
                      </a:pPr>
                      <a:r>
                        <a:rPr lang="en-US" b="1" i="0">
                          <a:effectLst/>
                          <a:latin typeface="ui-sans-serif"/>
                        </a:rPr>
                        <a:t>Duration</a:t>
                      </a:r>
                    </a:p>
                  </a:txBody>
                  <a:tcPr anchor="ctr">
                    <a:lnL w="12700" cap="flat" cmpd="sng" algn="ctr">
                      <a:solidFill>
                        <a:srgbClr val="D0B8D5"/>
                      </a:solidFill>
                      <a:prstDash val="solid"/>
                      <a:round/>
                      <a:headEnd type="none" w="med" len="med"/>
                      <a:tailEnd type="none" w="med" len="med"/>
                    </a:lnL>
                    <a:lnR w="12700" cap="flat" cmpd="sng" algn="ctr">
                      <a:solidFill>
                        <a:srgbClr val="B0C7D5"/>
                      </a:solidFill>
                      <a:prstDash val="solid"/>
                      <a:round/>
                      <a:headEnd type="none" w="med" len="med"/>
                      <a:tailEnd type="none" w="med" len="med"/>
                    </a:lnR>
                    <a:lnT w="12700" cap="flat" cmpd="sng" algn="ctr">
                      <a:solidFill>
                        <a:srgbClr val="D0B8D5"/>
                      </a:solidFill>
                      <a:prstDash val="solid"/>
                      <a:round/>
                      <a:headEnd type="none" w="med" len="med"/>
                      <a:tailEnd type="none" w="med" len="med"/>
                    </a:lnT>
                    <a:lnB w="9525" cap="flat" cmpd="sng" algn="ctr">
                      <a:solidFill>
                        <a:srgbClr val="40C0D5"/>
                      </a:solidFill>
                      <a:prstDash val="solid"/>
                      <a:round/>
                      <a:headEnd type="none" w="med" len="med"/>
                      <a:tailEnd type="none" w="med" len="med"/>
                    </a:lnB>
                    <a:solidFill>
                      <a:srgbClr val="121212"/>
                    </a:solidFill>
                  </a:tcPr>
                </a:tc>
                <a:tc>
                  <a:txBody>
                    <a:bodyPr/>
                    <a:lstStyle/>
                    <a:p>
                      <a:pPr algn="l">
                        <a:buNone/>
                      </a:pPr>
                      <a:r>
                        <a:rPr lang="en-US" b="1" i="0">
                          <a:effectLst/>
                          <a:latin typeface="ui-sans-serif"/>
                        </a:rPr>
                        <a:t>Start Date</a:t>
                      </a:r>
                    </a:p>
                  </a:txBody>
                  <a:tcPr anchor="ctr">
                    <a:lnL w="12700" cap="flat" cmpd="sng" algn="ctr">
                      <a:solidFill>
                        <a:srgbClr val="B0C7D5"/>
                      </a:solidFill>
                      <a:prstDash val="solid"/>
                      <a:round/>
                      <a:headEnd type="none" w="med" len="med"/>
                      <a:tailEnd type="none" w="med" len="med"/>
                    </a:lnL>
                    <a:lnR w="12700" cap="flat" cmpd="sng" algn="ctr">
                      <a:solidFill>
                        <a:srgbClr val="D0B8D5"/>
                      </a:solidFill>
                      <a:prstDash val="solid"/>
                      <a:round/>
                      <a:headEnd type="none" w="med" len="med"/>
                      <a:tailEnd type="none" w="med" len="med"/>
                    </a:lnR>
                    <a:lnT w="12700" cap="flat" cmpd="sng" algn="ctr">
                      <a:solidFill>
                        <a:srgbClr val="B0C7D5"/>
                      </a:solidFill>
                      <a:prstDash val="solid"/>
                      <a:round/>
                      <a:headEnd type="none" w="med" len="med"/>
                      <a:tailEnd type="none" w="med" len="med"/>
                    </a:lnT>
                    <a:lnB w="9525" cap="flat" cmpd="sng" algn="ctr">
                      <a:solidFill>
                        <a:srgbClr val="90BAD5"/>
                      </a:solidFill>
                      <a:prstDash val="solid"/>
                      <a:round/>
                      <a:headEnd type="none" w="med" len="med"/>
                      <a:tailEnd type="none" w="med" len="med"/>
                    </a:lnB>
                    <a:solidFill>
                      <a:srgbClr val="121212"/>
                    </a:solidFill>
                  </a:tcPr>
                </a:tc>
                <a:tc>
                  <a:txBody>
                    <a:bodyPr/>
                    <a:lstStyle/>
                    <a:p>
                      <a:pPr algn="l">
                        <a:buNone/>
                      </a:pPr>
                      <a:r>
                        <a:rPr lang="en-US" b="1" i="0">
                          <a:effectLst/>
                          <a:latin typeface="ui-sans-serif"/>
                        </a:rPr>
                        <a:t>End Date</a:t>
                      </a:r>
                    </a:p>
                  </a:txBody>
                  <a:tcPr anchor="ctr">
                    <a:lnL w="12700" cap="flat" cmpd="sng" algn="ctr">
                      <a:solidFill>
                        <a:srgbClr val="D0B8D5"/>
                      </a:solidFill>
                      <a:prstDash val="solid"/>
                      <a:round/>
                      <a:headEnd type="none" w="med" len="med"/>
                      <a:tailEnd type="none" w="med" len="med"/>
                    </a:lnL>
                    <a:lnR>
                      <a:noFill/>
                    </a:lnR>
                    <a:lnT w="12700" cap="flat" cmpd="sng" algn="ctr">
                      <a:solidFill>
                        <a:srgbClr val="D0B8D5"/>
                      </a:solidFill>
                      <a:prstDash val="solid"/>
                      <a:round/>
                      <a:headEnd type="none" w="med" len="med"/>
                      <a:tailEnd type="none" w="med" len="med"/>
                    </a:lnT>
                    <a:lnB w="9525" cap="flat" cmpd="sng" algn="ctr">
                      <a:solidFill>
                        <a:srgbClr val="10BED5"/>
                      </a:solidFill>
                      <a:prstDash val="solid"/>
                      <a:round/>
                      <a:headEnd type="none" w="med" len="med"/>
                      <a:tailEnd type="none" w="med" len="med"/>
                    </a:lnB>
                    <a:solidFill>
                      <a:srgbClr val="121212"/>
                    </a:solidFill>
                  </a:tcPr>
                </a:tc>
                <a:extLst>
                  <a:ext uri="{0D108BD9-81ED-4DB2-BD59-A6C34878D82A}">
                    <a16:rowId xmlns:a16="http://schemas.microsoft.com/office/drawing/2014/main" val="2499578795"/>
                  </a:ext>
                </a:extLst>
              </a:tr>
              <a:tr h="748297">
                <a:tc>
                  <a:txBody>
                    <a:bodyPr/>
                    <a:lstStyle/>
                    <a:p>
                      <a:pPr algn="l">
                        <a:lnSpc>
                          <a:spcPts val="1800"/>
                        </a:lnSpc>
                        <a:buNone/>
                      </a:pPr>
                      <a:r>
                        <a:rPr lang="en-US" b="0" i="0">
                          <a:effectLst/>
                          <a:latin typeface="ui-sans-serif"/>
                        </a:rPr>
                        <a:t>Requirement Gathering</a:t>
                      </a:r>
                    </a:p>
                  </a:txBody>
                  <a:tcPr anchor="ctr">
                    <a:lnL w="12700" cap="flat" cmpd="sng" algn="ctr">
                      <a:solidFill>
                        <a:srgbClr val="30B6D5"/>
                      </a:solidFill>
                      <a:prstDash val="solid"/>
                      <a:round/>
                      <a:headEnd type="none" w="med" len="med"/>
                      <a:tailEnd type="none" w="med" len="med"/>
                    </a:lnL>
                    <a:lnR w="12700" cap="flat" cmpd="sng" algn="ctr">
                      <a:solidFill>
                        <a:srgbClr val="40C0D5"/>
                      </a:solidFill>
                      <a:prstDash val="solid"/>
                      <a:round/>
                      <a:headEnd type="none" w="med" len="med"/>
                      <a:tailEnd type="none" w="med" len="med"/>
                    </a:lnR>
                    <a:lnT w="9525" cap="flat" cmpd="sng" algn="ctr">
                      <a:solidFill>
                        <a:srgbClr val="30B6D5"/>
                      </a:solidFill>
                      <a:prstDash val="solid"/>
                      <a:round/>
                      <a:headEnd type="none" w="med" len="med"/>
                      <a:tailEnd type="none" w="med" len="med"/>
                    </a:lnT>
                    <a:lnB w="9525" cap="flat" cmpd="sng" algn="ctr">
                      <a:solidFill>
                        <a:srgbClr val="D0C6D5"/>
                      </a:solidFill>
                      <a:prstDash val="solid"/>
                      <a:round/>
                      <a:headEnd type="none" w="med" len="med"/>
                      <a:tailEnd type="none" w="med" len="med"/>
                    </a:lnB>
                    <a:solidFill>
                      <a:srgbClr val="121212"/>
                    </a:solidFill>
                  </a:tcPr>
                </a:tc>
                <a:tc>
                  <a:txBody>
                    <a:bodyPr/>
                    <a:lstStyle/>
                    <a:p>
                      <a:pPr algn="l">
                        <a:lnSpc>
                          <a:spcPts val="1800"/>
                        </a:lnSpc>
                        <a:buNone/>
                      </a:pPr>
                      <a:r>
                        <a:rPr lang="en-US" b="0" i="0" dirty="0">
                          <a:effectLst/>
                          <a:latin typeface="ui-sans-serif"/>
                        </a:rPr>
                        <a:t>4 weeks</a:t>
                      </a:r>
                    </a:p>
                  </a:txBody>
                  <a:tcPr anchor="ctr">
                    <a:lnL w="12700" cap="flat" cmpd="sng" algn="ctr">
                      <a:solidFill>
                        <a:srgbClr val="40C0D5"/>
                      </a:solidFill>
                      <a:prstDash val="solid"/>
                      <a:round/>
                      <a:headEnd type="none" w="med" len="med"/>
                      <a:tailEnd type="none" w="med" len="med"/>
                    </a:lnL>
                    <a:lnR w="12700" cap="flat" cmpd="sng" algn="ctr">
                      <a:solidFill>
                        <a:srgbClr val="90BAD5"/>
                      </a:solidFill>
                      <a:prstDash val="solid"/>
                      <a:round/>
                      <a:headEnd type="none" w="med" len="med"/>
                      <a:tailEnd type="none" w="med" len="med"/>
                    </a:lnR>
                    <a:lnT w="9525" cap="flat" cmpd="sng" algn="ctr">
                      <a:solidFill>
                        <a:srgbClr val="40C0D5"/>
                      </a:solidFill>
                      <a:prstDash val="solid"/>
                      <a:round/>
                      <a:headEnd type="none" w="med" len="med"/>
                      <a:tailEnd type="none" w="med" len="med"/>
                    </a:lnT>
                    <a:lnB w="9525" cap="flat" cmpd="sng" algn="ctr">
                      <a:solidFill>
                        <a:srgbClr val="20C1D5"/>
                      </a:solidFill>
                      <a:prstDash val="solid"/>
                      <a:round/>
                      <a:headEnd type="none" w="med" len="med"/>
                      <a:tailEnd type="none" w="med" len="med"/>
                    </a:lnB>
                    <a:solidFill>
                      <a:srgbClr val="121212"/>
                    </a:solidFill>
                  </a:tcPr>
                </a:tc>
                <a:tc>
                  <a:txBody>
                    <a:bodyPr/>
                    <a:lstStyle/>
                    <a:p>
                      <a:pPr algn="l">
                        <a:lnSpc>
                          <a:spcPts val="1800"/>
                        </a:lnSpc>
                        <a:buNone/>
                      </a:pPr>
                      <a:r>
                        <a:rPr lang="en-US" b="0" i="0">
                          <a:effectLst/>
                          <a:latin typeface="ui-sans-serif"/>
                        </a:rPr>
                        <a:t>2026-06-03</a:t>
                      </a:r>
                    </a:p>
                  </a:txBody>
                  <a:tcPr anchor="ctr">
                    <a:lnL w="12700" cap="flat" cmpd="sng" algn="ctr">
                      <a:solidFill>
                        <a:srgbClr val="90BAD5"/>
                      </a:solidFill>
                      <a:prstDash val="solid"/>
                      <a:round/>
                      <a:headEnd type="none" w="med" len="med"/>
                      <a:tailEnd type="none" w="med" len="med"/>
                    </a:lnL>
                    <a:lnR w="12700" cap="flat" cmpd="sng" algn="ctr">
                      <a:solidFill>
                        <a:srgbClr val="10BED5"/>
                      </a:solidFill>
                      <a:prstDash val="solid"/>
                      <a:round/>
                      <a:headEnd type="none" w="med" len="med"/>
                      <a:tailEnd type="none" w="med" len="med"/>
                    </a:lnR>
                    <a:lnT w="9525" cap="flat" cmpd="sng" algn="ctr">
                      <a:solidFill>
                        <a:srgbClr val="90BAD5"/>
                      </a:solidFill>
                      <a:prstDash val="solid"/>
                      <a:round/>
                      <a:headEnd type="none" w="med" len="med"/>
                      <a:tailEnd type="none" w="med" len="med"/>
                    </a:lnT>
                    <a:lnB w="9525" cap="flat" cmpd="sng" algn="ctr">
                      <a:solidFill>
                        <a:srgbClr val="E0C2D5"/>
                      </a:solidFill>
                      <a:prstDash val="solid"/>
                      <a:round/>
                      <a:headEnd type="none" w="med" len="med"/>
                      <a:tailEnd type="none" w="med" len="med"/>
                    </a:lnB>
                    <a:solidFill>
                      <a:srgbClr val="121212"/>
                    </a:solidFill>
                  </a:tcPr>
                </a:tc>
                <a:tc>
                  <a:txBody>
                    <a:bodyPr/>
                    <a:lstStyle/>
                    <a:p>
                      <a:pPr algn="l">
                        <a:lnSpc>
                          <a:spcPts val="1800"/>
                        </a:lnSpc>
                        <a:buNone/>
                      </a:pPr>
                      <a:r>
                        <a:rPr lang="en-US" b="0" i="0">
                          <a:effectLst/>
                          <a:latin typeface="ui-sans-serif"/>
                        </a:rPr>
                        <a:t>2026-06-30</a:t>
                      </a:r>
                    </a:p>
                  </a:txBody>
                  <a:tcPr anchor="ctr">
                    <a:lnL w="12700" cap="flat" cmpd="sng" algn="ctr">
                      <a:solidFill>
                        <a:srgbClr val="10BED5"/>
                      </a:solidFill>
                      <a:prstDash val="solid"/>
                      <a:round/>
                      <a:headEnd type="none" w="med" len="med"/>
                      <a:tailEnd type="none" w="med" len="med"/>
                    </a:lnL>
                    <a:lnR>
                      <a:noFill/>
                    </a:lnR>
                    <a:lnT w="9525" cap="flat" cmpd="sng" algn="ctr">
                      <a:solidFill>
                        <a:srgbClr val="10BED5"/>
                      </a:solidFill>
                      <a:prstDash val="solid"/>
                      <a:round/>
                      <a:headEnd type="none" w="med" len="med"/>
                      <a:tailEnd type="none" w="med" len="med"/>
                    </a:lnT>
                    <a:lnB w="9525" cap="flat" cmpd="sng" algn="ctr">
                      <a:solidFill>
                        <a:srgbClr val="00BBD5"/>
                      </a:solidFill>
                      <a:prstDash val="solid"/>
                      <a:round/>
                      <a:headEnd type="none" w="med" len="med"/>
                      <a:tailEnd type="none" w="med" len="med"/>
                    </a:lnB>
                    <a:solidFill>
                      <a:srgbClr val="121212"/>
                    </a:solidFill>
                  </a:tcPr>
                </a:tc>
                <a:extLst>
                  <a:ext uri="{0D108BD9-81ED-4DB2-BD59-A6C34878D82A}">
                    <a16:rowId xmlns:a16="http://schemas.microsoft.com/office/drawing/2014/main" val="81975600"/>
                  </a:ext>
                </a:extLst>
              </a:tr>
              <a:tr h="438301">
                <a:tc>
                  <a:txBody>
                    <a:bodyPr/>
                    <a:lstStyle/>
                    <a:p>
                      <a:pPr algn="l">
                        <a:lnSpc>
                          <a:spcPts val="1800"/>
                        </a:lnSpc>
                        <a:buNone/>
                      </a:pPr>
                      <a:r>
                        <a:rPr lang="en-US" b="0" i="0">
                          <a:effectLst/>
                          <a:latin typeface="ui-sans-serif"/>
                        </a:rPr>
                        <a:t>System Design</a:t>
                      </a:r>
                    </a:p>
                  </a:txBody>
                  <a:tcPr anchor="ctr">
                    <a:lnL w="12700" cap="flat" cmpd="sng" algn="ctr">
                      <a:solidFill>
                        <a:srgbClr val="D0C6D5"/>
                      </a:solidFill>
                      <a:prstDash val="solid"/>
                      <a:round/>
                      <a:headEnd type="none" w="med" len="med"/>
                      <a:tailEnd type="none" w="med" len="med"/>
                    </a:lnL>
                    <a:lnR w="12700" cap="flat" cmpd="sng" algn="ctr">
                      <a:solidFill>
                        <a:srgbClr val="20C1D5"/>
                      </a:solidFill>
                      <a:prstDash val="solid"/>
                      <a:round/>
                      <a:headEnd type="none" w="med" len="med"/>
                      <a:tailEnd type="none" w="med" len="med"/>
                    </a:lnR>
                    <a:lnT w="9525" cap="flat" cmpd="sng" algn="ctr">
                      <a:solidFill>
                        <a:srgbClr val="D0C6D5"/>
                      </a:solidFill>
                      <a:prstDash val="solid"/>
                      <a:round/>
                      <a:headEnd type="none" w="med" len="med"/>
                      <a:tailEnd type="none" w="med" len="med"/>
                    </a:lnT>
                    <a:lnB w="9525" cap="flat" cmpd="sng" algn="ctr">
                      <a:solidFill>
                        <a:srgbClr val="40C7D5"/>
                      </a:solidFill>
                      <a:prstDash val="solid"/>
                      <a:round/>
                      <a:headEnd type="none" w="med" len="med"/>
                      <a:tailEnd type="none" w="med" len="med"/>
                    </a:lnB>
                    <a:solidFill>
                      <a:srgbClr val="121212"/>
                    </a:solidFill>
                  </a:tcPr>
                </a:tc>
                <a:tc>
                  <a:txBody>
                    <a:bodyPr/>
                    <a:lstStyle/>
                    <a:p>
                      <a:pPr algn="l">
                        <a:lnSpc>
                          <a:spcPts val="1800"/>
                        </a:lnSpc>
                        <a:buNone/>
                      </a:pPr>
                      <a:r>
                        <a:rPr lang="en-US" b="0" i="0">
                          <a:effectLst/>
                          <a:latin typeface="ui-sans-serif"/>
                        </a:rPr>
                        <a:t>6 weeks</a:t>
                      </a:r>
                    </a:p>
                  </a:txBody>
                  <a:tcPr anchor="ctr">
                    <a:lnL w="12700" cap="flat" cmpd="sng" algn="ctr">
                      <a:solidFill>
                        <a:srgbClr val="20C1D5"/>
                      </a:solidFill>
                      <a:prstDash val="solid"/>
                      <a:round/>
                      <a:headEnd type="none" w="med" len="med"/>
                      <a:tailEnd type="none" w="med" len="med"/>
                    </a:lnL>
                    <a:lnR w="12700" cap="flat" cmpd="sng" algn="ctr">
                      <a:solidFill>
                        <a:srgbClr val="E0C2D5"/>
                      </a:solidFill>
                      <a:prstDash val="solid"/>
                      <a:round/>
                      <a:headEnd type="none" w="med" len="med"/>
                      <a:tailEnd type="none" w="med" len="med"/>
                    </a:lnR>
                    <a:lnT w="9525" cap="flat" cmpd="sng" algn="ctr">
                      <a:solidFill>
                        <a:srgbClr val="20C1D5"/>
                      </a:solidFill>
                      <a:prstDash val="solid"/>
                      <a:round/>
                      <a:headEnd type="none" w="med" len="med"/>
                      <a:tailEnd type="none" w="med" len="med"/>
                    </a:lnT>
                    <a:lnB w="9525" cap="flat" cmpd="sng" algn="ctr">
                      <a:solidFill>
                        <a:srgbClr val="E0C2D5"/>
                      </a:solidFill>
                      <a:prstDash val="solid"/>
                      <a:round/>
                      <a:headEnd type="none" w="med" len="med"/>
                      <a:tailEnd type="none" w="med" len="med"/>
                    </a:lnB>
                    <a:solidFill>
                      <a:srgbClr val="121212"/>
                    </a:solidFill>
                  </a:tcPr>
                </a:tc>
                <a:tc>
                  <a:txBody>
                    <a:bodyPr/>
                    <a:lstStyle/>
                    <a:p>
                      <a:pPr algn="l">
                        <a:lnSpc>
                          <a:spcPts val="1800"/>
                        </a:lnSpc>
                        <a:buNone/>
                      </a:pPr>
                      <a:r>
                        <a:rPr lang="en-US" b="0" i="0">
                          <a:effectLst/>
                          <a:latin typeface="ui-sans-serif"/>
                        </a:rPr>
                        <a:t>2026-07-01</a:t>
                      </a:r>
                    </a:p>
                  </a:txBody>
                  <a:tcPr anchor="ctr">
                    <a:lnL w="12700" cap="flat" cmpd="sng" algn="ctr">
                      <a:solidFill>
                        <a:srgbClr val="E0C2D5"/>
                      </a:solidFill>
                      <a:prstDash val="solid"/>
                      <a:round/>
                      <a:headEnd type="none" w="med" len="med"/>
                      <a:tailEnd type="none" w="med" len="med"/>
                    </a:lnL>
                    <a:lnR w="12700" cap="flat" cmpd="sng" algn="ctr">
                      <a:solidFill>
                        <a:srgbClr val="00BBD5"/>
                      </a:solidFill>
                      <a:prstDash val="solid"/>
                      <a:round/>
                      <a:headEnd type="none" w="med" len="med"/>
                      <a:tailEnd type="none" w="med" len="med"/>
                    </a:lnR>
                    <a:lnT w="9525" cap="flat" cmpd="sng" algn="ctr">
                      <a:solidFill>
                        <a:srgbClr val="E0C2D5"/>
                      </a:solidFill>
                      <a:prstDash val="solid"/>
                      <a:round/>
                      <a:headEnd type="none" w="med" len="med"/>
                      <a:tailEnd type="none" w="med" len="med"/>
                    </a:lnT>
                    <a:lnB w="9525" cap="flat" cmpd="sng" algn="ctr">
                      <a:solidFill>
                        <a:srgbClr val="E0C2D5"/>
                      </a:solidFill>
                      <a:prstDash val="solid"/>
                      <a:round/>
                      <a:headEnd type="none" w="med" len="med"/>
                      <a:tailEnd type="none" w="med" len="med"/>
                    </a:lnB>
                    <a:solidFill>
                      <a:srgbClr val="121212"/>
                    </a:solidFill>
                  </a:tcPr>
                </a:tc>
                <a:tc>
                  <a:txBody>
                    <a:bodyPr/>
                    <a:lstStyle/>
                    <a:p>
                      <a:pPr algn="l">
                        <a:lnSpc>
                          <a:spcPts val="1800"/>
                        </a:lnSpc>
                        <a:buNone/>
                      </a:pPr>
                      <a:r>
                        <a:rPr lang="en-US" b="0" i="0">
                          <a:effectLst/>
                          <a:latin typeface="ui-sans-serif"/>
                        </a:rPr>
                        <a:t>2026-08-11</a:t>
                      </a:r>
                    </a:p>
                  </a:txBody>
                  <a:tcPr anchor="ctr">
                    <a:lnL w="12700" cap="flat" cmpd="sng" algn="ctr">
                      <a:solidFill>
                        <a:srgbClr val="00BBD5"/>
                      </a:solidFill>
                      <a:prstDash val="solid"/>
                      <a:round/>
                      <a:headEnd type="none" w="med" len="med"/>
                      <a:tailEnd type="none" w="med" len="med"/>
                    </a:lnL>
                    <a:lnR>
                      <a:noFill/>
                    </a:lnR>
                    <a:lnT w="9525" cap="flat" cmpd="sng" algn="ctr">
                      <a:solidFill>
                        <a:srgbClr val="00BBD5"/>
                      </a:solidFill>
                      <a:prstDash val="solid"/>
                      <a:round/>
                      <a:headEnd type="none" w="med" len="med"/>
                      <a:tailEnd type="none" w="med" len="med"/>
                    </a:lnT>
                    <a:lnB w="9525" cap="flat" cmpd="sng" algn="ctr">
                      <a:solidFill>
                        <a:srgbClr val="30BDD5"/>
                      </a:solidFill>
                      <a:prstDash val="solid"/>
                      <a:round/>
                      <a:headEnd type="none" w="med" len="med"/>
                      <a:tailEnd type="none" w="med" len="med"/>
                    </a:lnB>
                    <a:solidFill>
                      <a:srgbClr val="121212"/>
                    </a:solidFill>
                  </a:tcPr>
                </a:tc>
                <a:extLst>
                  <a:ext uri="{0D108BD9-81ED-4DB2-BD59-A6C34878D82A}">
                    <a16:rowId xmlns:a16="http://schemas.microsoft.com/office/drawing/2014/main" val="1393125589"/>
                  </a:ext>
                </a:extLst>
              </a:tr>
              <a:tr h="438301">
                <a:tc>
                  <a:txBody>
                    <a:bodyPr/>
                    <a:lstStyle/>
                    <a:p>
                      <a:pPr algn="l">
                        <a:lnSpc>
                          <a:spcPts val="1800"/>
                        </a:lnSpc>
                        <a:buNone/>
                      </a:pPr>
                      <a:r>
                        <a:rPr lang="en-US" b="0" i="0">
                          <a:effectLst/>
                          <a:latin typeface="ui-sans-serif"/>
                        </a:rPr>
                        <a:t>Implementation</a:t>
                      </a:r>
                    </a:p>
                  </a:txBody>
                  <a:tcPr anchor="ctr">
                    <a:lnL w="12700" cap="flat" cmpd="sng" algn="ctr">
                      <a:solidFill>
                        <a:srgbClr val="40C7D5"/>
                      </a:solidFill>
                      <a:prstDash val="solid"/>
                      <a:round/>
                      <a:headEnd type="none" w="med" len="med"/>
                      <a:tailEnd type="none" w="med" len="med"/>
                    </a:lnL>
                    <a:lnR w="12700" cap="flat" cmpd="sng" algn="ctr">
                      <a:solidFill>
                        <a:srgbClr val="E0C2D5"/>
                      </a:solidFill>
                      <a:prstDash val="solid"/>
                      <a:round/>
                      <a:headEnd type="none" w="med" len="med"/>
                      <a:tailEnd type="none" w="med" len="med"/>
                    </a:lnR>
                    <a:lnT w="9525" cap="flat" cmpd="sng" algn="ctr">
                      <a:solidFill>
                        <a:srgbClr val="40C7D5"/>
                      </a:solidFill>
                      <a:prstDash val="solid"/>
                      <a:round/>
                      <a:headEnd type="none" w="med" len="med"/>
                      <a:tailEnd type="none" w="med" len="med"/>
                    </a:lnT>
                    <a:lnB w="9525" cap="flat" cmpd="sng" algn="ctr">
                      <a:solidFill>
                        <a:srgbClr val="90B3D5"/>
                      </a:solidFill>
                      <a:prstDash val="solid"/>
                      <a:round/>
                      <a:headEnd type="none" w="med" len="med"/>
                      <a:tailEnd type="none" w="med" len="med"/>
                    </a:lnB>
                    <a:solidFill>
                      <a:srgbClr val="121212"/>
                    </a:solidFill>
                  </a:tcPr>
                </a:tc>
                <a:tc>
                  <a:txBody>
                    <a:bodyPr/>
                    <a:lstStyle/>
                    <a:p>
                      <a:pPr algn="l">
                        <a:lnSpc>
                          <a:spcPts val="1800"/>
                        </a:lnSpc>
                        <a:buNone/>
                      </a:pPr>
                      <a:r>
                        <a:rPr lang="en-US" b="0" i="0">
                          <a:effectLst/>
                          <a:latin typeface="ui-sans-serif"/>
                        </a:rPr>
                        <a:t>12 weeks</a:t>
                      </a:r>
                    </a:p>
                  </a:txBody>
                  <a:tcPr anchor="ctr">
                    <a:lnL w="12700" cap="flat" cmpd="sng" algn="ctr">
                      <a:solidFill>
                        <a:srgbClr val="E0C2D5"/>
                      </a:solidFill>
                      <a:prstDash val="solid"/>
                      <a:round/>
                      <a:headEnd type="none" w="med" len="med"/>
                      <a:tailEnd type="none" w="med" len="med"/>
                    </a:lnL>
                    <a:lnR w="12700" cap="flat" cmpd="sng" algn="ctr">
                      <a:solidFill>
                        <a:srgbClr val="E0C2D5"/>
                      </a:solidFill>
                      <a:prstDash val="solid"/>
                      <a:round/>
                      <a:headEnd type="none" w="med" len="med"/>
                      <a:tailEnd type="none" w="med" len="med"/>
                    </a:lnR>
                    <a:lnT w="9525" cap="flat" cmpd="sng" algn="ctr">
                      <a:solidFill>
                        <a:srgbClr val="E0C2D5"/>
                      </a:solidFill>
                      <a:prstDash val="solid"/>
                      <a:round/>
                      <a:headEnd type="none" w="med" len="med"/>
                      <a:tailEnd type="none" w="med" len="med"/>
                    </a:lnT>
                    <a:lnB w="9525" cap="flat" cmpd="sng" algn="ctr">
                      <a:solidFill>
                        <a:srgbClr val="90BAD5"/>
                      </a:solidFill>
                      <a:prstDash val="solid"/>
                      <a:round/>
                      <a:headEnd type="none" w="med" len="med"/>
                      <a:tailEnd type="none" w="med" len="med"/>
                    </a:lnB>
                    <a:solidFill>
                      <a:srgbClr val="121212"/>
                    </a:solidFill>
                  </a:tcPr>
                </a:tc>
                <a:tc>
                  <a:txBody>
                    <a:bodyPr/>
                    <a:lstStyle/>
                    <a:p>
                      <a:pPr algn="l">
                        <a:lnSpc>
                          <a:spcPts val="1800"/>
                        </a:lnSpc>
                        <a:buNone/>
                      </a:pPr>
                      <a:r>
                        <a:rPr lang="en-US" b="0" i="0">
                          <a:effectLst/>
                          <a:latin typeface="ui-sans-serif"/>
                        </a:rPr>
                        <a:t>2026-08-12</a:t>
                      </a:r>
                    </a:p>
                  </a:txBody>
                  <a:tcPr anchor="ctr">
                    <a:lnL w="12700" cap="flat" cmpd="sng" algn="ctr">
                      <a:solidFill>
                        <a:srgbClr val="E0C2D5"/>
                      </a:solidFill>
                      <a:prstDash val="solid"/>
                      <a:round/>
                      <a:headEnd type="none" w="med" len="med"/>
                      <a:tailEnd type="none" w="med" len="med"/>
                    </a:lnL>
                    <a:lnR w="12700" cap="flat" cmpd="sng" algn="ctr">
                      <a:solidFill>
                        <a:srgbClr val="30BDD5"/>
                      </a:solidFill>
                      <a:prstDash val="solid"/>
                      <a:round/>
                      <a:headEnd type="none" w="med" len="med"/>
                      <a:tailEnd type="none" w="med" len="med"/>
                    </a:lnR>
                    <a:lnT w="9525" cap="flat" cmpd="sng" algn="ctr">
                      <a:solidFill>
                        <a:srgbClr val="E0C2D5"/>
                      </a:solidFill>
                      <a:prstDash val="solid"/>
                      <a:round/>
                      <a:headEnd type="none" w="med" len="med"/>
                      <a:tailEnd type="none" w="med" len="med"/>
                    </a:lnT>
                    <a:lnB w="9525" cap="flat" cmpd="sng" algn="ctr">
                      <a:solidFill>
                        <a:srgbClr val="80CCD5"/>
                      </a:solidFill>
                      <a:prstDash val="solid"/>
                      <a:round/>
                      <a:headEnd type="none" w="med" len="med"/>
                      <a:tailEnd type="none" w="med" len="med"/>
                    </a:lnB>
                    <a:solidFill>
                      <a:srgbClr val="121212"/>
                    </a:solidFill>
                  </a:tcPr>
                </a:tc>
                <a:tc>
                  <a:txBody>
                    <a:bodyPr/>
                    <a:lstStyle/>
                    <a:p>
                      <a:pPr algn="l">
                        <a:lnSpc>
                          <a:spcPts val="1800"/>
                        </a:lnSpc>
                        <a:buNone/>
                      </a:pPr>
                      <a:r>
                        <a:rPr lang="en-US" b="0" i="0">
                          <a:effectLst/>
                          <a:latin typeface="ui-sans-serif"/>
                        </a:rPr>
                        <a:t>2026-11-03</a:t>
                      </a:r>
                    </a:p>
                  </a:txBody>
                  <a:tcPr anchor="ctr">
                    <a:lnL w="12700" cap="flat" cmpd="sng" algn="ctr">
                      <a:solidFill>
                        <a:srgbClr val="30BDD5"/>
                      </a:solidFill>
                      <a:prstDash val="solid"/>
                      <a:round/>
                      <a:headEnd type="none" w="med" len="med"/>
                      <a:tailEnd type="none" w="med" len="med"/>
                    </a:lnL>
                    <a:lnR>
                      <a:noFill/>
                    </a:lnR>
                    <a:lnT w="9525" cap="flat" cmpd="sng" algn="ctr">
                      <a:solidFill>
                        <a:srgbClr val="30BDD5"/>
                      </a:solidFill>
                      <a:prstDash val="solid"/>
                      <a:round/>
                      <a:headEnd type="none" w="med" len="med"/>
                      <a:tailEnd type="none" w="med" len="med"/>
                    </a:lnT>
                    <a:lnB w="9525" cap="flat" cmpd="sng" algn="ctr">
                      <a:solidFill>
                        <a:srgbClr val="80C5D5"/>
                      </a:solidFill>
                      <a:prstDash val="solid"/>
                      <a:round/>
                      <a:headEnd type="none" w="med" len="med"/>
                      <a:tailEnd type="none" w="med" len="med"/>
                    </a:lnB>
                    <a:solidFill>
                      <a:srgbClr val="121212"/>
                    </a:solidFill>
                  </a:tcPr>
                </a:tc>
                <a:extLst>
                  <a:ext uri="{0D108BD9-81ED-4DB2-BD59-A6C34878D82A}">
                    <a16:rowId xmlns:a16="http://schemas.microsoft.com/office/drawing/2014/main" val="1422036798"/>
                  </a:ext>
                </a:extLst>
              </a:tr>
              <a:tr h="438301">
                <a:tc>
                  <a:txBody>
                    <a:bodyPr/>
                    <a:lstStyle/>
                    <a:p>
                      <a:pPr algn="l">
                        <a:lnSpc>
                          <a:spcPts val="1800"/>
                        </a:lnSpc>
                        <a:buNone/>
                      </a:pPr>
                      <a:r>
                        <a:rPr lang="en-US" b="0" i="0">
                          <a:effectLst/>
                          <a:latin typeface="ui-sans-serif"/>
                        </a:rPr>
                        <a:t>Testing</a:t>
                      </a:r>
                    </a:p>
                  </a:txBody>
                  <a:tcPr anchor="ctr">
                    <a:lnL w="12700" cap="flat" cmpd="sng" algn="ctr">
                      <a:solidFill>
                        <a:srgbClr val="90B3D5"/>
                      </a:solidFill>
                      <a:prstDash val="solid"/>
                      <a:round/>
                      <a:headEnd type="none" w="med" len="med"/>
                      <a:tailEnd type="none" w="med" len="med"/>
                    </a:lnL>
                    <a:lnR w="12700" cap="flat" cmpd="sng" algn="ctr">
                      <a:solidFill>
                        <a:srgbClr val="90BAD5"/>
                      </a:solidFill>
                      <a:prstDash val="solid"/>
                      <a:round/>
                      <a:headEnd type="none" w="med" len="med"/>
                      <a:tailEnd type="none" w="med" len="med"/>
                    </a:lnR>
                    <a:lnT w="9525" cap="flat" cmpd="sng" algn="ctr">
                      <a:solidFill>
                        <a:srgbClr val="90B3D5"/>
                      </a:solidFill>
                      <a:prstDash val="solid"/>
                      <a:round/>
                      <a:headEnd type="none" w="med" len="med"/>
                      <a:tailEnd type="none" w="med" len="med"/>
                    </a:lnT>
                    <a:lnB w="9525" cap="flat" cmpd="sng" algn="ctr">
                      <a:solidFill>
                        <a:srgbClr val="F0BED5"/>
                      </a:solidFill>
                      <a:prstDash val="solid"/>
                      <a:round/>
                      <a:headEnd type="none" w="med" len="med"/>
                      <a:tailEnd type="none" w="med" len="med"/>
                    </a:lnB>
                    <a:solidFill>
                      <a:srgbClr val="121212"/>
                    </a:solidFill>
                  </a:tcPr>
                </a:tc>
                <a:tc>
                  <a:txBody>
                    <a:bodyPr/>
                    <a:lstStyle/>
                    <a:p>
                      <a:pPr algn="l">
                        <a:lnSpc>
                          <a:spcPts val="1800"/>
                        </a:lnSpc>
                        <a:buNone/>
                      </a:pPr>
                      <a:r>
                        <a:rPr lang="en-US" b="0" i="0">
                          <a:effectLst/>
                          <a:latin typeface="ui-sans-serif"/>
                        </a:rPr>
                        <a:t>6 weeks</a:t>
                      </a:r>
                    </a:p>
                  </a:txBody>
                  <a:tcPr anchor="ctr">
                    <a:lnL w="12700" cap="flat" cmpd="sng" algn="ctr">
                      <a:solidFill>
                        <a:srgbClr val="90BAD5"/>
                      </a:solidFill>
                      <a:prstDash val="solid"/>
                      <a:round/>
                      <a:headEnd type="none" w="med" len="med"/>
                      <a:tailEnd type="none" w="med" len="med"/>
                    </a:lnL>
                    <a:lnR w="12700" cap="flat" cmpd="sng" algn="ctr">
                      <a:solidFill>
                        <a:srgbClr val="80CCD5"/>
                      </a:solidFill>
                      <a:prstDash val="solid"/>
                      <a:round/>
                      <a:headEnd type="none" w="med" len="med"/>
                      <a:tailEnd type="none" w="med" len="med"/>
                    </a:lnR>
                    <a:lnT w="9525" cap="flat" cmpd="sng" algn="ctr">
                      <a:solidFill>
                        <a:srgbClr val="90BAD5"/>
                      </a:solidFill>
                      <a:prstDash val="solid"/>
                      <a:round/>
                      <a:headEnd type="none" w="med" len="med"/>
                      <a:tailEnd type="none" w="med" len="med"/>
                    </a:lnT>
                    <a:lnB w="9525" cap="flat" cmpd="sng" algn="ctr">
                      <a:solidFill>
                        <a:srgbClr val="D0B8D5"/>
                      </a:solidFill>
                      <a:prstDash val="solid"/>
                      <a:round/>
                      <a:headEnd type="none" w="med" len="med"/>
                      <a:tailEnd type="none" w="med" len="med"/>
                    </a:lnB>
                    <a:solidFill>
                      <a:srgbClr val="121212"/>
                    </a:solidFill>
                  </a:tcPr>
                </a:tc>
                <a:tc>
                  <a:txBody>
                    <a:bodyPr/>
                    <a:lstStyle/>
                    <a:p>
                      <a:pPr algn="l">
                        <a:lnSpc>
                          <a:spcPts val="1800"/>
                        </a:lnSpc>
                        <a:buNone/>
                      </a:pPr>
                      <a:r>
                        <a:rPr lang="en-US" b="0" i="0">
                          <a:effectLst/>
                          <a:latin typeface="ui-sans-serif"/>
                        </a:rPr>
                        <a:t>2026-11-04</a:t>
                      </a:r>
                    </a:p>
                  </a:txBody>
                  <a:tcPr anchor="ctr">
                    <a:lnL w="12700" cap="flat" cmpd="sng" algn="ctr">
                      <a:solidFill>
                        <a:srgbClr val="80CCD5"/>
                      </a:solidFill>
                      <a:prstDash val="solid"/>
                      <a:round/>
                      <a:headEnd type="none" w="med" len="med"/>
                      <a:tailEnd type="none" w="med" len="med"/>
                    </a:lnL>
                    <a:lnR w="12700" cap="flat" cmpd="sng" algn="ctr">
                      <a:solidFill>
                        <a:srgbClr val="80C5D5"/>
                      </a:solidFill>
                      <a:prstDash val="solid"/>
                      <a:round/>
                      <a:headEnd type="none" w="med" len="med"/>
                      <a:tailEnd type="none" w="med" len="med"/>
                    </a:lnR>
                    <a:lnT w="9525" cap="flat" cmpd="sng" algn="ctr">
                      <a:solidFill>
                        <a:srgbClr val="80CCD5"/>
                      </a:solidFill>
                      <a:prstDash val="solid"/>
                      <a:round/>
                      <a:headEnd type="none" w="med" len="med"/>
                      <a:tailEnd type="none" w="med" len="med"/>
                    </a:lnT>
                    <a:lnB w="9525" cap="flat" cmpd="sng" algn="ctr">
                      <a:solidFill>
                        <a:srgbClr val="80BED5"/>
                      </a:solidFill>
                      <a:prstDash val="solid"/>
                      <a:round/>
                      <a:headEnd type="none" w="med" len="med"/>
                      <a:tailEnd type="none" w="med" len="med"/>
                    </a:lnB>
                    <a:solidFill>
                      <a:srgbClr val="121212"/>
                    </a:solidFill>
                  </a:tcPr>
                </a:tc>
                <a:tc>
                  <a:txBody>
                    <a:bodyPr/>
                    <a:lstStyle/>
                    <a:p>
                      <a:pPr algn="l">
                        <a:lnSpc>
                          <a:spcPts val="1800"/>
                        </a:lnSpc>
                        <a:buNone/>
                      </a:pPr>
                      <a:r>
                        <a:rPr lang="en-US" b="0" i="0">
                          <a:effectLst/>
                          <a:latin typeface="ui-sans-serif"/>
                        </a:rPr>
                        <a:t>2026-12-16</a:t>
                      </a:r>
                    </a:p>
                  </a:txBody>
                  <a:tcPr anchor="ctr">
                    <a:lnL w="12700" cap="flat" cmpd="sng" algn="ctr">
                      <a:solidFill>
                        <a:srgbClr val="80C5D5"/>
                      </a:solidFill>
                      <a:prstDash val="solid"/>
                      <a:round/>
                      <a:headEnd type="none" w="med" len="med"/>
                      <a:tailEnd type="none" w="med" len="med"/>
                    </a:lnL>
                    <a:lnR>
                      <a:noFill/>
                    </a:lnR>
                    <a:lnT w="9525" cap="flat" cmpd="sng" algn="ctr">
                      <a:solidFill>
                        <a:srgbClr val="80C5D5"/>
                      </a:solidFill>
                      <a:prstDash val="solid"/>
                      <a:round/>
                      <a:headEnd type="none" w="med" len="med"/>
                      <a:tailEnd type="none" w="med" len="med"/>
                    </a:lnT>
                    <a:lnB w="9525" cap="flat" cmpd="sng" algn="ctr">
                      <a:solidFill>
                        <a:srgbClr val="70C9D5"/>
                      </a:solidFill>
                      <a:prstDash val="solid"/>
                      <a:round/>
                      <a:headEnd type="none" w="med" len="med"/>
                      <a:tailEnd type="none" w="med" len="med"/>
                    </a:lnB>
                    <a:solidFill>
                      <a:srgbClr val="121212"/>
                    </a:solidFill>
                  </a:tcPr>
                </a:tc>
                <a:extLst>
                  <a:ext uri="{0D108BD9-81ED-4DB2-BD59-A6C34878D82A}">
                    <a16:rowId xmlns:a16="http://schemas.microsoft.com/office/drawing/2014/main" val="1443607058"/>
                  </a:ext>
                </a:extLst>
              </a:tr>
              <a:tr h="438301">
                <a:tc>
                  <a:txBody>
                    <a:bodyPr/>
                    <a:lstStyle/>
                    <a:p>
                      <a:pPr algn="l">
                        <a:lnSpc>
                          <a:spcPts val="1800"/>
                        </a:lnSpc>
                        <a:buNone/>
                      </a:pPr>
                      <a:r>
                        <a:rPr lang="en-US" b="0" i="0">
                          <a:effectLst/>
                          <a:latin typeface="ui-sans-serif"/>
                        </a:rPr>
                        <a:t>Deployment</a:t>
                      </a:r>
                    </a:p>
                  </a:txBody>
                  <a:tcPr anchor="ctr">
                    <a:lnL w="12700" cap="flat" cmpd="sng" algn="ctr">
                      <a:solidFill>
                        <a:srgbClr val="F0BED5"/>
                      </a:solidFill>
                      <a:prstDash val="solid"/>
                      <a:round/>
                      <a:headEnd type="none" w="med" len="med"/>
                      <a:tailEnd type="none" w="med" len="med"/>
                    </a:lnL>
                    <a:lnR w="12700" cap="flat" cmpd="sng" algn="ctr">
                      <a:solidFill>
                        <a:srgbClr val="D0B8D5"/>
                      </a:solidFill>
                      <a:prstDash val="solid"/>
                      <a:round/>
                      <a:headEnd type="none" w="med" len="med"/>
                      <a:tailEnd type="none" w="med" len="med"/>
                    </a:lnR>
                    <a:lnT w="9525" cap="flat" cmpd="sng" algn="ctr">
                      <a:solidFill>
                        <a:srgbClr val="F0BED5"/>
                      </a:solidFill>
                      <a:prstDash val="solid"/>
                      <a:round/>
                      <a:headEnd type="none" w="med" len="med"/>
                      <a:tailEnd type="none" w="med" len="med"/>
                    </a:lnT>
                    <a:lnB w="9525" cap="flat" cmpd="sng" algn="ctr">
                      <a:solidFill>
                        <a:srgbClr val="E0C2D5"/>
                      </a:solidFill>
                      <a:prstDash val="solid"/>
                      <a:round/>
                      <a:headEnd type="none" w="med" len="med"/>
                      <a:tailEnd type="none" w="med" len="med"/>
                    </a:lnB>
                    <a:solidFill>
                      <a:srgbClr val="121212"/>
                    </a:solidFill>
                  </a:tcPr>
                </a:tc>
                <a:tc>
                  <a:txBody>
                    <a:bodyPr/>
                    <a:lstStyle/>
                    <a:p>
                      <a:pPr algn="l">
                        <a:lnSpc>
                          <a:spcPts val="1800"/>
                        </a:lnSpc>
                        <a:buNone/>
                      </a:pPr>
                      <a:r>
                        <a:rPr lang="en-US" b="0" i="0">
                          <a:effectLst/>
                          <a:latin typeface="ui-sans-serif"/>
                        </a:rPr>
                        <a:t>3 weeks</a:t>
                      </a:r>
                    </a:p>
                  </a:txBody>
                  <a:tcPr anchor="ctr">
                    <a:lnL w="12700" cap="flat" cmpd="sng" algn="ctr">
                      <a:solidFill>
                        <a:srgbClr val="D0B8D5"/>
                      </a:solidFill>
                      <a:prstDash val="solid"/>
                      <a:round/>
                      <a:headEnd type="none" w="med" len="med"/>
                      <a:tailEnd type="none" w="med" len="med"/>
                    </a:lnL>
                    <a:lnR w="12700" cap="flat" cmpd="sng" algn="ctr">
                      <a:solidFill>
                        <a:srgbClr val="80BED5"/>
                      </a:solidFill>
                      <a:prstDash val="solid"/>
                      <a:round/>
                      <a:headEnd type="none" w="med" len="med"/>
                      <a:tailEnd type="none" w="med" len="med"/>
                    </a:lnR>
                    <a:lnT w="9525" cap="flat" cmpd="sng" algn="ctr">
                      <a:solidFill>
                        <a:srgbClr val="D0B8D5"/>
                      </a:solidFill>
                      <a:prstDash val="solid"/>
                      <a:round/>
                      <a:headEnd type="none" w="med" len="med"/>
                      <a:tailEnd type="none" w="med" len="med"/>
                    </a:lnT>
                    <a:lnB w="9525" cap="flat" cmpd="sng" algn="ctr">
                      <a:solidFill>
                        <a:srgbClr val="50B5D5"/>
                      </a:solidFill>
                      <a:prstDash val="solid"/>
                      <a:round/>
                      <a:headEnd type="none" w="med" len="med"/>
                      <a:tailEnd type="none" w="med" len="med"/>
                    </a:lnB>
                    <a:solidFill>
                      <a:srgbClr val="121212"/>
                    </a:solidFill>
                  </a:tcPr>
                </a:tc>
                <a:tc>
                  <a:txBody>
                    <a:bodyPr/>
                    <a:lstStyle/>
                    <a:p>
                      <a:pPr algn="l">
                        <a:lnSpc>
                          <a:spcPts val="1800"/>
                        </a:lnSpc>
                        <a:buNone/>
                      </a:pPr>
                      <a:r>
                        <a:rPr lang="en-US" b="0" i="0">
                          <a:effectLst/>
                          <a:latin typeface="ui-sans-serif"/>
                        </a:rPr>
                        <a:t>2026-12-17</a:t>
                      </a:r>
                    </a:p>
                  </a:txBody>
                  <a:tcPr anchor="ctr">
                    <a:lnL w="12700" cap="flat" cmpd="sng" algn="ctr">
                      <a:solidFill>
                        <a:srgbClr val="80BED5"/>
                      </a:solidFill>
                      <a:prstDash val="solid"/>
                      <a:round/>
                      <a:headEnd type="none" w="med" len="med"/>
                      <a:tailEnd type="none" w="med" len="med"/>
                    </a:lnL>
                    <a:lnR w="12700" cap="flat" cmpd="sng" algn="ctr">
                      <a:solidFill>
                        <a:srgbClr val="70C9D5"/>
                      </a:solidFill>
                      <a:prstDash val="solid"/>
                      <a:round/>
                      <a:headEnd type="none" w="med" len="med"/>
                      <a:tailEnd type="none" w="med" len="med"/>
                    </a:lnR>
                    <a:lnT w="9525" cap="flat" cmpd="sng" algn="ctr">
                      <a:solidFill>
                        <a:srgbClr val="80BED5"/>
                      </a:solidFill>
                      <a:prstDash val="solid"/>
                      <a:round/>
                      <a:headEnd type="none" w="med" len="med"/>
                      <a:tailEnd type="none" w="med" len="med"/>
                    </a:lnT>
                    <a:lnB w="9525" cap="flat" cmpd="sng" algn="ctr">
                      <a:solidFill>
                        <a:srgbClr val="E0C2D5"/>
                      </a:solidFill>
                      <a:prstDash val="solid"/>
                      <a:round/>
                      <a:headEnd type="none" w="med" len="med"/>
                      <a:tailEnd type="none" w="med" len="med"/>
                    </a:lnB>
                    <a:solidFill>
                      <a:srgbClr val="121212"/>
                    </a:solidFill>
                  </a:tcPr>
                </a:tc>
                <a:tc>
                  <a:txBody>
                    <a:bodyPr/>
                    <a:lstStyle/>
                    <a:p>
                      <a:pPr algn="l">
                        <a:lnSpc>
                          <a:spcPts val="1800"/>
                        </a:lnSpc>
                        <a:buNone/>
                      </a:pPr>
                      <a:r>
                        <a:rPr lang="en-US" b="0" i="0">
                          <a:effectLst/>
                          <a:latin typeface="ui-sans-serif"/>
                        </a:rPr>
                        <a:t>2027-01-06</a:t>
                      </a:r>
                    </a:p>
                  </a:txBody>
                  <a:tcPr anchor="ctr">
                    <a:lnL w="12700" cap="flat" cmpd="sng" algn="ctr">
                      <a:solidFill>
                        <a:srgbClr val="70C9D5"/>
                      </a:solidFill>
                      <a:prstDash val="solid"/>
                      <a:round/>
                      <a:headEnd type="none" w="med" len="med"/>
                      <a:tailEnd type="none" w="med" len="med"/>
                    </a:lnL>
                    <a:lnR>
                      <a:noFill/>
                    </a:lnR>
                    <a:lnT w="9525" cap="flat" cmpd="sng" algn="ctr">
                      <a:solidFill>
                        <a:srgbClr val="70C9D5"/>
                      </a:solidFill>
                      <a:prstDash val="solid"/>
                      <a:round/>
                      <a:headEnd type="none" w="med" len="med"/>
                      <a:tailEnd type="none" w="med" len="med"/>
                    </a:lnT>
                    <a:lnB w="9525" cap="flat" cmpd="sng" algn="ctr">
                      <a:solidFill>
                        <a:srgbClr val="B0C0D5"/>
                      </a:solidFill>
                      <a:prstDash val="solid"/>
                      <a:round/>
                      <a:headEnd type="none" w="med" len="med"/>
                      <a:tailEnd type="none" w="med" len="med"/>
                    </a:lnB>
                    <a:solidFill>
                      <a:srgbClr val="121212"/>
                    </a:solidFill>
                  </a:tcPr>
                </a:tc>
                <a:extLst>
                  <a:ext uri="{0D108BD9-81ED-4DB2-BD59-A6C34878D82A}">
                    <a16:rowId xmlns:a16="http://schemas.microsoft.com/office/drawing/2014/main" val="1109550401"/>
                  </a:ext>
                </a:extLst>
              </a:tr>
              <a:tr h="438301">
                <a:tc>
                  <a:txBody>
                    <a:bodyPr/>
                    <a:lstStyle/>
                    <a:p>
                      <a:pPr algn="l">
                        <a:lnSpc>
                          <a:spcPts val="1800"/>
                        </a:lnSpc>
                        <a:buNone/>
                      </a:pPr>
                      <a:r>
                        <a:rPr lang="en-US" b="0" i="0">
                          <a:effectLst/>
                          <a:latin typeface="ui-sans-serif"/>
                        </a:rPr>
                        <a:t>Maintenance</a:t>
                      </a:r>
                    </a:p>
                  </a:txBody>
                  <a:tcPr anchor="ctr">
                    <a:lnL w="12700" cap="flat" cmpd="sng" algn="ctr">
                      <a:solidFill>
                        <a:srgbClr val="E0C2D5"/>
                      </a:solidFill>
                      <a:prstDash val="solid"/>
                      <a:round/>
                      <a:headEnd type="none" w="med" len="med"/>
                      <a:tailEnd type="none" w="med" len="med"/>
                    </a:lnL>
                    <a:lnR w="12700" cap="flat" cmpd="sng" algn="ctr">
                      <a:solidFill>
                        <a:srgbClr val="50B5D5"/>
                      </a:solidFill>
                      <a:prstDash val="solid"/>
                      <a:round/>
                      <a:headEnd type="none" w="med" len="med"/>
                      <a:tailEnd type="none" w="med" len="med"/>
                    </a:lnR>
                    <a:lnT w="9525" cap="flat" cmpd="sng" algn="ctr">
                      <a:solidFill>
                        <a:srgbClr val="E0C2D5"/>
                      </a:solidFill>
                      <a:prstDash val="solid"/>
                      <a:round/>
                      <a:headEnd type="none" w="med" len="med"/>
                      <a:tailEnd type="none" w="med" len="med"/>
                    </a:lnT>
                    <a:lnB w="12700" cap="flat" cmpd="sng" algn="ctr">
                      <a:solidFill>
                        <a:srgbClr val="E0C2D5"/>
                      </a:solidFill>
                      <a:prstDash val="solid"/>
                      <a:round/>
                      <a:headEnd type="none" w="med" len="med"/>
                      <a:tailEnd type="none" w="med" len="med"/>
                    </a:lnB>
                    <a:solidFill>
                      <a:srgbClr val="121212"/>
                    </a:solidFill>
                  </a:tcPr>
                </a:tc>
                <a:tc>
                  <a:txBody>
                    <a:bodyPr/>
                    <a:lstStyle/>
                    <a:p>
                      <a:pPr algn="l">
                        <a:lnSpc>
                          <a:spcPts val="1800"/>
                        </a:lnSpc>
                        <a:buNone/>
                      </a:pPr>
                      <a:r>
                        <a:rPr lang="en-US" b="0" i="0">
                          <a:effectLst/>
                          <a:latin typeface="ui-sans-serif"/>
                        </a:rPr>
                        <a:t>Ongoing</a:t>
                      </a:r>
                    </a:p>
                  </a:txBody>
                  <a:tcPr anchor="ctr">
                    <a:lnL w="12700" cap="flat" cmpd="sng" algn="ctr">
                      <a:solidFill>
                        <a:srgbClr val="50B5D5"/>
                      </a:solidFill>
                      <a:prstDash val="solid"/>
                      <a:round/>
                      <a:headEnd type="none" w="med" len="med"/>
                      <a:tailEnd type="none" w="med" len="med"/>
                    </a:lnL>
                    <a:lnR w="12700" cap="flat" cmpd="sng" algn="ctr">
                      <a:solidFill>
                        <a:srgbClr val="E0C2D5"/>
                      </a:solidFill>
                      <a:prstDash val="solid"/>
                      <a:round/>
                      <a:headEnd type="none" w="med" len="med"/>
                      <a:tailEnd type="none" w="med" len="med"/>
                    </a:lnR>
                    <a:lnT w="9525" cap="flat" cmpd="sng" algn="ctr">
                      <a:solidFill>
                        <a:srgbClr val="50B5D5"/>
                      </a:solidFill>
                      <a:prstDash val="solid"/>
                      <a:round/>
                      <a:headEnd type="none" w="med" len="med"/>
                      <a:tailEnd type="none" w="med" len="med"/>
                    </a:lnT>
                    <a:lnB w="12700" cap="flat" cmpd="sng" algn="ctr">
                      <a:solidFill>
                        <a:srgbClr val="50B5D5"/>
                      </a:solidFill>
                      <a:prstDash val="solid"/>
                      <a:round/>
                      <a:headEnd type="none" w="med" len="med"/>
                      <a:tailEnd type="none" w="med" len="med"/>
                    </a:lnB>
                    <a:solidFill>
                      <a:srgbClr val="121212"/>
                    </a:solidFill>
                  </a:tcPr>
                </a:tc>
                <a:tc>
                  <a:txBody>
                    <a:bodyPr/>
                    <a:lstStyle/>
                    <a:p>
                      <a:pPr algn="l">
                        <a:lnSpc>
                          <a:spcPts val="1800"/>
                        </a:lnSpc>
                        <a:buNone/>
                      </a:pPr>
                      <a:r>
                        <a:rPr lang="en-US" b="0" i="0">
                          <a:effectLst/>
                          <a:latin typeface="ui-sans-serif"/>
                        </a:rPr>
                        <a:t>2027-01-07</a:t>
                      </a:r>
                    </a:p>
                  </a:txBody>
                  <a:tcPr anchor="ctr">
                    <a:lnL w="12700" cap="flat" cmpd="sng" algn="ctr">
                      <a:solidFill>
                        <a:srgbClr val="E0C2D5"/>
                      </a:solidFill>
                      <a:prstDash val="solid"/>
                      <a:round/>
                      <a:headEnd type="none" w="med" len="med"/>
                      <a:tailEnd type="none" w="med" len="med"/>
                    </a:lnL>
                    <a:lnR w="12700" cap="flat" cmpd="sng" algn="ctr">
                      <a:solidFill>
                        <a:srgbClr val="B0C0D5"/>
                      </a:solidFill>
                      <a:prstDash val="solid"/>
                      <a:round/>
                      <a:headEnd type="none" w="med" len="med"/>
                      <a:tailEnd type="none" w="med" len="med"/>
                    </a:lnR>
                    <a:lnT w="9525" cap="flat" cmpd="sng" algn="ctr">
                      <a:solidFill>
                        <a:srgbClr val="E0C2D5"/>
                      </a:solidFill>
                      <a:prstDash val="solid"/>
                      <a:round/>
                      <a:headEnd type="none" w="med" len="med"/>
                      <a:tailEnd type="none" w="med" len="med"/>
                    </a:lnT>
                    <a:lnB w="12700" cap="flat" cmpd="sng" algn="ctr">
                      <a:solidFill>
                        <a:srgbClr val="E0C2D5"/>
                      </a:solidFill>
                      <a:prstDash val="solid"/>
                      <a:round/>
                      <a:headEnd type="none" w="med" len="med"/>
                      <a:tailEnd type="none" w="med" len="med"/>
                    </a:lnB>
                    <a:solidFill>
                      <a:srgbClr val="121212"/>
                    </a:solidFill>
                  </a:tcPr>
                </a:tc>
                <a:tc>
                  <a:txBody>
                    <a:bodyPr/>
                    <a:lstStyle/>
                    <a:p>
                      <a:pPr algn="l">
                        <a:lnSpc>
                          <a:spcPts val="1800"/>
                        </a:lnSpc>
                        <a:buNone/>
                      </a:pPr>
                      <a:r>
                        <a:rPr lang="en-US" b="0" i="0" dirty="0">
                          <a:effectLst/>
                          <a:latin typeface="ui-sans-serif"/>
                        </a:rPr>
                        <a:t>Continuous</a:t>
                      </a:r>
                    </a:p>
                  </a:txBody>
                  <a:tcPr anchor="ctr">
                    <a:lnL w="12700" cap="flat" cmpd="sng" algn="ctr">
                      <a:solidFill>
                        <a:srgbClr val="B0C0D5"/>
                      </a:solidFill>
                      <a:prstDash val="solid"/>
                      <a:round/>
                      <a:headEnd type="none" w="med" len="med"/>
                      <a:tailEnd type="none" w="med" len="med"/>
                    </a:lnL>
                    <a:lnR>
                      <a:noFill/>
                    </a:lnR>
                    <a:lnT w="9525" cap="flat" cmpd="sng" algn="ctr">
                      <a:solidFill>
                        <a:srgbClr val="B0C0D5"/>
                      </a:solidFill>
                      <a:prstDash val="solid"/>
                      <a:round/>
                      <a:headEnd type="none" w="med" len="med"/>
                      <a:tailEnd type="none" w="med" len="med"/>
                    </a:lnT>
                    <a:lnB w="12700" cap="flat" cmpd="sng" algn="ctr">
                      <a:solidFill>
                        <a:srgbClr val="B0C0D5"/>
                      </a:solidFill>
                      <a:prstDash val="solid"/>
                      <a:round/>
                      <a:headEnd type="none" w="med" len="med"/>
                      <a:tailEnd type="none" w="med" len="med"/>
                    </a:lnB>
                    <a:solidFill>
                      <a:srgbClr val="121212"/>
                    </a:solidFill>
                  </a:tcPr>
                </a:tc>
                <a:extLst>
                  <a:ext uri="{0D108BD9-81ED-4DB2-BD59-A6C34878D82A}">
                    <a16:rowId xmlns:a16="http://schemas.microsoft.com/office/drawing/2014/main" val="1711776008"/>
                  </a:ext>
                </a:extLst>
              </a:tr>
            </a:tbl>
          </a:graphicData>
        </a:graphic>
      </p:graphicFrame>
    </p:spTree>
    <p:extLst>
      <p:ext uri="{BB962C8B-B14F-4D97-AF65-F5344CB8AC3E}">
        <p14:creationId xmlns:p14="http://schemas.microsoft.com/office/powerpoint/2010/main" val="3105275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2C6BD-23D9-7985-849A-2A09C31F41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FB0C59-C907-FB71-198A-12BD4BD939D9}"/>
              </a:ext>
            </a:extLst>
          </p:cNvPr>
          <p:cNvSpPr>
            <a:spLocks noGrp="1"/>
          </p:cNvSpPr>
          <p:nvPr>
            <p:ph type="title"/>
          </p:nvPr>
        </p:nvSpPr>
        <p:spPr/>
        <p:txBody>
          <a:bodyPr/>
          <a:lstStyle/>
          <a:p>
            <a:r>
              <a:rPr lang="en-US" dirty="0">
                <a:latin typeface="+mn-lt"/>
              </a:rPr>
              <a:t>Cost Analysis</a:t>
            </a:r>
          </a:p>
        </p:txBody>
      </p:sp>
      <p:sp>
        <p:nvSpPr>
          <p:cNvPr id="4" name="Text Placeholder 3">
            <a:extLst>
              <a:ext uri="{FF2B5EF4-FFF2-40B4-BE49-F238E27FC236}">
                <a16:creationId xmlns:a16="http://schemas.microsoft.com/office/drawing/2014/main" id="{8076D116-34DF-14CA-BB3A-8C23B551AE60}"/>
              </a:ext>
            </a:extLst>
          </p:cNvPr>
          <p:cNvSpPr>
            <a:spLocks noGrp="1"/>
          </p:cNvSpPr>
          <p:nvPr>
            <p:ph sz="quarter" idx="14"/>
          </p:nvPr>
        </p:nvSpPr>
        <p:spPr>
          <a:xfrm>
            <a:off x="548647" y="2633472"/>
            <a:ext cx="11146529" cy="2398906"/>
          </a:xfrm>
        </p:spPr>
        <p:txBody>
          <a:bodyPr/>
          <a:lstStyle/>
          <a:p>
            <a:r>
              <a:rPr lang="en-US" b="1" dirty="0"/>
              <a:t>Estimated Budget Overview:</a:t>
            </a:r>
            <a:endParaRPr lang="en-US" dirty="0"/>
          </a:p>
          <a:p>
            <a:r>
              <a:rPr lang="en-US" dirty="0"/>
              <a:t>Software Development Tools and Licenses: $15,000</a:t>
            </a:r>
          </a:p>
          <a:p>
            <a:r>
              <a:rPr lang="en-US" dirty="0"/>
              <a:t>Cloud Infrastructure and Hosting: $20,000</a:t>
            </a:r>
          </a:p>
          <a:p>
            <a:r>
              <a:rPr lang="en-US" dirty="0"/>
              <a:t>Personnel Costs (Developers, QA, Project Management): $150,000</a:t>
            </a:r>
          </a:p>
          <a:p>
            <a:r>
              <a:rPr lang="en-US" dirty="0"/>
              <a:t>Training and Documentation: $10,000</a:t>
            </a:r>
          </a:p>
          <a:p>
            <a:r>
              <a:rPr lang="en-US" dirty="0"/>
              <a:t>Contingency and Miscellaneous: $15,000</a:t>
            </a:r>
          </a:p>
          <a:p>
            <a:r>
              <a:rPr lang="en-US" b="1" dirty="0"/>
              <a:t>Total Estimated Cost:</a:t>
            </a:r>
            <a:r>
              <a:rPr lang="en-US" dirty="0"/>
              <a:t> $210,000</a:t>
            </a:r>
          </a:p>
          <a:p>
            <a:r>
              <a:rPr lang="en-US" dirty="0"/>
              <a:t>Investment in a robust architecture reduces long-term maintenance costs and accelerates time-to-market, delivering significant ROI.</a:t>
            </a:r>
          </a:p>
        </p:txBody>
      </p:sp>
      <p:sp>
        <p:nvSpPr>
          <p:cNvPr id="5" name="Date Placeholder 4">
            <a:extLst>
              <a:ext uri="{FF2B5EF4-FFF2-40B4-BE49-F238E27FC236}">
                <a16:creationId xmlns:a16="http://schemas.microsoft.com/office/drawing/2014/main" id="{6FF96F83-65FF-7D66-99FA-000584AFA79B}"/>
              </a:ext>
            </a:extLst>
          </p:cNvPr>
          <p:cNvSpPr>
            <a:spLocks noGrp="1"/>
          </p:cNvSpPr>
          <p:nvPr>
            <p:ph type="dt" sz="half" idx="15"/>
          </p:nvPr>
        </p:nvSpPr>
        <p:spPr/>
        <p:txBody>
          <a:bodyPr/>
          <a:lstStyle/>
          <a:p>
            <a:fld id="{043CF65F-0E21-48DE-8D75-4BF66A547E8E}" type="datetime1">
              <a:rPr lang="en-US" smtClean="0"/>
              <a:pPr/>
              <a:t>6/3/2026</a:t>
            </a:fld>
            <a:endParaRPr lang="en-US" dirty="0"/>
          </a:p>
        </p:txBody>
      </p:sp>
      <p:sp>
        <p:nvSpPr>
          <p:cNvPr id="6" name="Slide Number Placeholder 5">
            <a:extLst>
              <a:ext uri="{FF2B5EF4-FFF2-40B4-BE49-F238E27FC236}">
                <a16:creationId xmlns:a16="http://schemas.microsoft.com/office/drawing/2014/main" id="{CB71908F-FAA8-D7EB-D55E-AFB12B4641E1}"/>
              </a:ext>
            </a:extLst>
          </p:cNvPr>
          <p:cNvSpPr>
            <a:spLocks noGrp="1"/>
          </p:cNvSpPr>
          <p:nvPr>
            <p:ph type="sldNum" sz="quarter" idx="17"/>
          </p:nvPr>
        </p:nvSpPr>
        <p:spPr/>
        <p:txBody>
          <a:bodyPr/>
          <a:lstStyle/>
          <a:p>
            <a:fld id="{CC057153-B650-4DEB-B370-79DDCFDCE934}" type="slidenum">
              <a:rPr lang="en-US" smtClean="0"/>
              <a:pPr/>
              <a:t>8</a:t>
            </a:fld>
            <a:endParaRPr lang="en-US" dirty="0"/>
          </a:p>
        </p:txBody>
      </p:sp>
      <p:sp>
        <p:nvSpPr>
          <p:cNvPr id="7" name="Freeform 6">
            <a:extLst>
              <a:ext uri="{FF2B5EF4-FFF2-40B4-BE49-F238E27FC236}">
                <a16:creationId xmlns:a16="http://schemas.microsoft.com/office/drawing/2014/main" id="{DF2E73AC-A9D8-DD60-148B-042C6FACBAA1}"/>
              </a:ext>
              <a:ext uri="{C183D7F6-B498-43B3-948B-1728B52AA6E4}">
                <adec:decorative xmlns:adec="http://schemas.microsoft.com/office/drawing/2017/decorative" val="1"/>
              </a:ext>
            </a:extLst>
          </p:cNvPr>
          <p:cNvSpPr/>
          <p:nvPr/>
        </p:nvSpPr>
        <p:spPr>
          <a:xfrm>
            <a:off x="6685702" y="5061102"/>
            <a:ext cx="3179653" cy="1801715"/>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3" name="AutoShape 2" descr="react">
            <a:extLst>
              <a:ext uri="{FF2B5EF4-FFF2-40B4-BE49-F238E27FC236}">
                <a16:creationId xmlns:a16="http://schemas.microsoft.com/office/drawing/2014/main" id="{0E3ED9DD-A8D8-825A-81BA-35370C6FEE8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038613526"/>
      </p:ext>
    </p:extLst>
  </p:cSld>
  <p:clrMapOvr>
    <a:masterClrMapping/>
  </p:clrMapOvr>
</p:sld>
</file>

<file path=ppt/theme/theme1.xml><?xml version="1.0" encoding="utf-8"?>
<a:theme xmlns:a="http://schemas.openxmlformats.org/drawingml/2006/main" name="light_modernist">
  <a:themeElements>
    <a:clrScheme name="Custom 8">
      <a:dk1>
        <a:srgbClr val="36393B"/>
      </a:dk1>
      <a:lt1>
        <a:srgbClr val="FFFFFF"/>
      </a:lt1>
      <a:dk2>
        <a:srgbClr val="4D62EF"/>
      </a:dk2>
      <a:lt2>
        <a:srgbClr val="E7E4E6"/>
      </a:lt2>
      <a:accent1>
        <a:srgbClr val="3AEFCC"/>
      </a:accent1>
      <a:accent2>
        <a:srgbClr val="62D382"/>
      </a:accent2>
      <a:accent3>
        <a:srgbClr val="FDED60"/>
      </a:accent3>
      <a:accent4>
        <a:srgbClr val="FD4C00"/>
      </a:accent4>
      <a:accent5>
        <a:srgbClr val="FE2701"/>
      </a:accent5>
      <a:accent6>
        <a:srgbClr val="CA54FB"/>
      </a:accent6>
      <a:hlink>
        <a:srgbClr val="4D62EF"/>
      </a:hlink>
      <a:folHlink>
        <a:srgbClr val="FC4C00"/>
      </a:folHlink>
    </a:clrScheme>
    <a:fontScheme name="Custom 19">
      <a:majorFont>
        <a:latin typeface="Arial Black"/>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ight modernist presentation_win32_SD_V8" id="{DD9F3DBC-97DB-4389-91E3-8FAD01D677DF}" vid="{B81B0F28-B8BA-42F4-B70F-6899486E52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785538A-412A-48D6-AE25-5C3BDF9718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9E7139E-B40C-4943-9610-F20CE66C72C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BE5C6AC-AECE-4EBC-9FCA-F0C5028CCAE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52</TotalTime>
  <Words>503</Words>
  <Application>Microsoft Office PowerPoint</Application>
  <PresentationFormat>Widescreen</PresentationFormat>
  <Paragraphs>84</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Arial Black</vt:lpstr>
      <vt:lpstr>Avenir Next LT Pro Light</vt:lpstr>
      <vt:lpstr>Calibri</vt:lpstr>
      <vt:lpstr>ui-sans-serif</vt:lpstr>
      <vt:lpstr>light_modernist</vt:lpstr>
      <vt:lpstr>Software architecture implementation presentation</vt:lpstr>
      <vt:lpstr>Table of Contents</vt:lpstr>
      <vt:lpstr>Mission: Our mission is to deliver innovative and reliable solutions that empower businesses to achieve operational excellence and customer satisfaction.  Core Values: Integrity and Transparency Customer-Centric Innovation Quality and Excellence Collaboration and Teamwork  Services: End-to-end software development IT consulting and system integration Cloud and infrastructure management Data analytics and business intelligence  </vt:lpstr>
      <vt:lpstr>Context For Change</vt:lpstr>
      <vt:lpstr>Objectives</vt:lpstr>
      <vt:lpstr>Plan of Action (SDLC Overview)</vt:lpstr>
      <vt:lpstr>Timeframe</vt:lpstr>
      <vt:lpstr>Cost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 coon</dc:creator>
  <cp:lastModifiedBy>r coon</cp:lastModifiedBy>
  <cp:revision>6</cp:revision>
  <dcterms:created xsi:type="dcterms:W3CDTF">2026-02-19T00:56:01Z</dcterms:created>
  <dcterms:modified xsi:type="dcterms:W3CDTF">2026-06-03T23:46:00Z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